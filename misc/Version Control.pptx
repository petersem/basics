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DF84DB-A7C8-40CE-AE32-34445EB340B8}" v="12" dt="2026-02-22T02:29:31.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70" d="100"/>
          <a:sy n="70" d="100"/>
        </p:scale>
        <p:origin x="88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247558-B348-4AF3-B6C8-91E8431DE0F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1A78521-3579-4315-8C33-9F9599E1E53C}">
      <dgm:prSet/>
      <dgm:spPr/>
      <dgm:t>
        <a:bodyPr/>
        <a:lstStyle/>
        <a:p>
          <a:pPr>
            <a:lnSpc>
              <a:spcPct val="100000"/>
            </a:lnSpc>
          </a:pPr>
          <a:r>
            <a:rPr lang="en-US">
              <a:solidFill>
                <a:schemeClr val="bg1"/>
              </a:solidFill>
            </a:rPr>
            <a:t>Version control, also known as source control, is a system that tracks and manages changes to files over time. </a:t>
          </a:r>
        </a:p>
      </dgm:t>
    </dgm:pt>
    <dgm:pt modelId="{21E8145C-4C58-4F30-B509-5FDD4851BAF2}" type="parTrans" cxnId="{24BA6B19-D8B6-4D33-BB5A-9963A3F1733B}">
      <dgm:prSet/>
      <dgm:spPr/>
      <dgm:t>
        <a:bodyPr/>
        <a:lstStyle/>
        <a:p>
          <a:endParaRPr lang="en-US">
            <a:solidFill>
              <a:schemeClr val="bg1"/>
            </a:solidFill>
          </a:endParaRPr>
        </a:p>
      </dgm:t>
    </dgm:pt>
    <dgm:pt modelId="{0EF6F629-E5EE-4394-A639-843CEF70C2B1}" type="sibTrans" cxnId="{24BA6B19-D8B6-4D33-BB5A-9963A3F1733B}">
      <dgm:prSet/>
      <dgm:spPr/>
      <dgm:t>
        <a:bodyPr/>
        <a:lstStyle/>
        <a:p>
          <a:endParaRPr lang="en-US">
            <a:solidFill>
              <a:schemeClr val="bg1"/>
            </a:solidFill>
          </a:endParaRPr>
        </a:p>
      </dgm:t>
    </dgm:pt>
    <dgm:pt modelId="{0D74734B-1E83-4A1F-B6A5-60B187C1D8F4}">
      <dgm:prSet/>
      <dgm:spPr/>
      <dgm:t>
        <a:bodyPr/>
        <a:lstStyle/>
        <a:p>
          <a:pPr>
            <a:lnSpc>
              <a:spcPct val="100000"/>
            </a:lnSpc>
          </a:pPr>
          <a:r>
            <a:rPr lang="en-US">
              <a:solidFill>
                <a:schemeClr val="bg1"/>
              </a:solidFill>
            </a:rPr>
            <a:t>It is an essential tool in software development, enabling teams to collaborate, maintain a history of changes, and ensure code integrity. </a:t>
          </a:r>
        </a:p>
      </dgm:t>
    </dgm:pt>
    <dgm:pt modelId="{7BF992E0-7712-42BF-8A1C-C0E3A489200E}" type="parTrans" cxnId="{410BB837-70F1-43BD-8AA4-0DC3580A42D7}">
      <dgm:prSet/>
      <dgm:spPr/>
      <dgm:t>
        <a:bodyPr/>
        <a:lstStyle/>
        <a:p>
          <a:endParaRPr lang="en-US">
            <a:solidFill>
              <a:schemeClr val="bg1"/>
            </a:solidFill>
          </a:endParaRPr>
        </a:p>
      </dgm:t>
    </dgm:pt>
    <dgm:pt modelId="{0443F870-2036-43DE-B6A2-04640601723E}" type="sibTrans" cxnId="{410BB837-70F1-43BD-8AA4-0DC3580A42D7}">
      <dgm:prSet/>
      <dgm:spPr/>
      <dgm:t>
        <a:bodyPr/>
        <a:lstStyle/>
        <a:p>
          <a:endParaRPr lang="en-US">
            <a:solidFill>
              <a:schemeClr val="bg1"/>
            </a:solidFill>
          </a:endParaRPr>
        </a:p>
      </dgm:t>
    </dgm:pt>
    <dgm:pt modelId="{35307AC4-26C8-453F-8FEA-089FBC827AF6}">
      <dgm:prSet/>
      <dgm:spPr/>
      <dgm:t>
        <a:bodyPr/>
        <a:lstStyle/>
        <a:p>
          <a:pPr>
            <a:lnSpc>
              <a:spcPct val="100000"/>
            </a:lnSpc>
          </a:pPr>
          <a:r>
            <a:rPr lang="en-US">
              <a:solidFill>
                <a:schemeClr val="bg1"/>
              </a:solidFill>
            </a:rPr>
            <a:t>Developers can work on the same project simultaneously without conflicts, revert to previous versions, and experiment with new features in isolated environments.</a:t>
          </a:r>
        </a:p>
      </dgm:t>
    </dgm:pt>
    <dgm:pt modelId="{8132CC33-B7E6-4035-99F9-1D9CF55689BF}" type="parTrans" cxnId="{07FC289E-3156-4860-A22C-F10A6B65337E}">
      <dgm:prSet/>
      <dgm:spPr/>
      <dgm:t>
        <a:bodyPr/>
        <a:lstStyle/>
        <a:p>
          <a:endParaRPr lang="en-US">
            <a:solidFill>
              <a:schemeClr val="bg1"/>
            </a:solidFill>
          </a:endParaRPr>
        </a:p>
      </dgm:t>
    </dgm:pt>
    <dgm:pt modelId="{DB4D58EA-153C-41D0-B80E-CB13BE61081D}" type="sibTrans" cxnId="{07FC289E-3156-4860-A22C-F10A6B65337E}">
      <dgm:prSet/>
      <dgm:spPr/>
      <dgm:t>
        <a:bodyPr/>
        <a:lstStyle/>
        <a:p>
          <a:endParaRPr lang="en-US">
            <a:solidFill>
              <a:schemeClr val="bg1"/>
            </a:solidFill>
          </a:endParaRPr>
        </a:p>
      </dgm:t>
    </dgm:pt>
    <dgm:pt modelId="{D0354E84-E3AC-42F4-9E71-D79609EBEAAD}" type="pres">
      <dgm:prSet presAssocID="{F7247558-B348-4AF3-B6C8-91E8431DE0F2}" presName="root" presStyleCnt="0">
        <dgm:presLayoutVars>
          <dgm:dir/>
          <dgm:resizeHandles val="exact"/>
        </dgm:presLayoutVars>
      </dgm:prSet>
      <dgm:spPr/>
    </dgm:pt>
    <dgm:pt modelId="{45D7B9F7-FEFD-4F25-9AE9-11DDD673F749}" type="pres">
      <dgm:prSet presAssocID="{D1A78521-3579-4315-8C33-9F9599E1E53C}" presName="compNode" presStyleCnt="0"/>
      <dgm:spPr/>
    </dgm:pt>
    <dgm:pt modelId="{6AC700D2-3D20-45D2-9BCA-94ECA55F428D}" type="pres">
      <dgm:prSet presAssocID="{D1A78521-3579-4315-8C33-9F9599E1E53C}" presName="bgRect" presStyleLbl="bgShp" presStyleIdx="0" presStyleCnt="3"/>
      <dgm:spPr/>
    </dgm:pt>
    <dgm:pt modelId="{27A7D5EF-0BBC-42EA-AB3E-38629AD40466}" type="pres">
      <dgm:prSet presAssocID="{D1A78521-3579-4315-8C33-9F9599E1E53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6A0722C8-97F0-4A41-8568-1C26BEC32E5D}" type="pres">
      <dgm:prSet presAssocID="{D1A78521-3579-4315-8C33-9F9599E1E53C}" presName="spaceRect" presStyleCnt="0"/>
      <dgm:spPr/>
    </dgm:pt>
    <dgm:pt modelId="{BAD9A473-4262-4432-B9CB-6F502E6636F3}" type="pres">
      <dgm:prSet presAssocID="{D1A78521-3579-4315-8C33-9F9599E1E53C}" presName="parTx" presStyleLbl="revTx" presStyleIdx="0" presStyleCnt="3">
        <dgm:presLayoutVars>
          <dgm:chMax val="0"/>
          <dgm:chPref val="0"/>
        </dgm:presLayoutVars>
      </dgm:prSet>
      <dgm:spPr/>
    </dgm:pt>
    <dgm:pt modelId="{0BF101D3-C0FE-4590-94C1-0AA9868DF2EE}" type="pres">
      <dgm:prSet presAssocID="{0EF6F629-E5EE-4394-A639-843CEF70C2B1}" presName="sibTrans" presStyleCnt="0"/>
      <dgm:spPr/>
    </dgm:pt>
    <dgm:pt modelId="{54965907-75FD-4301-BD2E-1C1AD36B8FF6}" type="pres">
      <dgm:prSet presAssocID="{0D74734B-1E83-4A1F-B6A5-60B187C1D8F4}" presName="compNode" presStyleCnt="0"/>
      <dgm:spPr/>
    </dgm:pt>
    <dgm:pt modelId="{D22FE62F-A8B2-44AF-ACC2-BA1F1836709C}" type="pres">
      <dgm:prSet presAssocID="{0D74734B-1E83-4A1F-B6A5-60B187C1D8F4}" presName="bgRect" presStyleLbl="bgShp" presStyleIdx="1" presStyleCnt="3"/>
      <dgm:spPr/>
    </dgm:pt>
    <dgm:pt modelId="{D2E1727C-36F9-4CBB-8DF0-57DDF9F24E8E}" type="pres">
      <dgm:prSet presAssocID="{0D74734B-1E83-4A1F-B6A5-60B187C1D8F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773F8245-C3D2-41B8-9DC9-47B5F20D0350}" type="pres">
      <dgm:prSet presAssocID="{0D74734B-1E83-4A1F-B6A5-60B187C1D8F4}" presName="spaceRect" presStyleCnt="0"/>
      <dgm:spPr/>
    </dgm:pt>
    <dgm:pt modelId="{B757AFB1-CBFF-4633-B209-4C6AD80A07A6}" type="pres">
      <dgm:prSet presAssocID="{0D74734B-1E83-4A1F-B6A5-60B187C1D8F4}" presName="parTx" presStyleLbl="revTx" presStyleIdx="1" presStyleCnt="3">
        <dgm:presLayoutVars>
          <dgm:chMax val="0"/>
          <dgm:chPref val="0"/>
        </dgm:presLayoutVars>
      </dgm:prSet>
      <dgm:spPr/>
    </dgm:pt>
    <dgm:pt modelId="{CD854BD8-A018-4B46-A016-DE96EF84E14C}" type="pres">
      <dgm:prSet presAssocID="{0443F870-2036-43DE-B6A2-04640601723E}" presName="sibTrans" presStyleCnt="0"/>
      <dgm:spPr/>
    </dgm:pt>
    <dgm:pt modelId="{72699C92-BFC9-45C7-BD2C-D27C53A94DD1}" type="pres">
      <dgm:prSet presAssocID="{35307AC4-26C8-453F-8FEA-089FBC827AF6}" presName="compNode" presStyleCnt="0"/>
      <dgm:spPr/>
    </dgm:pt>
    <dgm:pt modelId="{C192A5BA-86FA-4407-9F21-1756F1F472E1}" type="pres">
      <dgm:prSet presAssocID="{35307AC4-26C8-453F-8FEA-089FBC827AF6}" presName="bgRect" presStyleLbl="bgShp" presStyleIdx="2" presStyleCnt="3"/>
      <dgm:spPr/>
    </dgm:pt>
    <dgm:pt modelId="{184D7F20-64D9-4E86-BD7E-C25B5F7377DF}" type="pres">
      <dgm:prSet presAssocID="{35307AC4-26C8-453F-8FEA-089FBC827AF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ED58A42A-9C3F-4FE4-902C-5017179CE635}" type="pres">
      <dgm:prSet presAssocID="{35307AC4-26C8-453F-8FEA-089FBC827AF6}" presName="spaceRect" presStyleCnt="0"/>
      <dgm:spPr/>
    </dgm:pt>
    <dgm:pt modelId="{2D43D5B5-8D65-4D8A-878D-229D43702C30}" type="pres">
      <dgm:prSet presAssocID="{35307AC4-26C8-453F-8FEA-089FBC827AF6}" presName="parTx" presStyleLbl="revTx" presStyleIdx="2" presStyleCnt="3">
        <dgm:presLayoutVars>
          <dgm:chMax val="0"/>
          <dgm:chPref val="0"/>
        </dgm:presLayoutVars>
      </dgm:prSet>
      <dgm:spPr/>
    </dgm:pt>
  </dgm:ptLst>
  <dgm:cxnLst>
    <dgm:cxn modelId="{24BA6B19-D8B6-4D33-BB5A-9963A3F1733B}" srcId="{F7247558-B348-4AF3-B6C8-91E8431DE0F2}" destId="{D1A78521-3579-4315-8C33-9F9599E1E53C}" srcOrd="0" destOrd="0" parTransId="{21E8145C-4C58-4F30-B509-5FDD4851BAF2}" sibTransId="{0EF6F629-E5EE-4394-A639-843CEF70C2B1}"/>
    <dgm:cxn modelId="{68AAEC27-B370-49D3-8BDE-A34C0AB04DDB}" type="presOf" srcId="{35307AC4-26C8-453F-8FEA-089FBC827AF6}" destId="{2D43D5B5-8D65-4D8A-878D-229D43702C30}" srcOrd="0" destOrd="0" presId="urn:microsoft.com/office/officeart/2018/2/layout/IconVerticalSolidList"/>
    <dgm:cxn modelId="{410BB837-70F1-43BD-8AA4-0DC3580A42D7}" srcId="{F7247558-B348-4AF3-B6C8-91E8431DE0F2}" destId="{0D74734B-1E83-4A1F-B6A5-60B187C1D8F4}" srcOrd="1" destOrd="0" parTransId="{7BF992E0-7712-42BF-8A1C-C0E3A489200E}" sibTransId="{0443F870-2036-43DE-B6A2-04640601723E}"/>
    <dgm:cxn modelId="{07FC289E-3156-4860-A22C-F10A6B65337E}" srcId="{F7247558-B348-4AF3-B6C8-91E8431DE0F2}" destId="{35307AC4-26C8-453F-8FEA-089FBC827AF6}" srcOrd="2" destOrd="0" parTransId="{8132CC33-B7E6-4035-99F9-1D9CF55689BF}" sibTransId="{DB4D58EA-153C-41D0-B80E-CB13BE61081D}"/>
    <dgm:cxn modelId="{A8FF49AD-6393-4D97-A5CE-A9DA82607693}" type="presOf" srcId="{D1A78521-3579-4315-8C33-9F9599E1E53C}" destId="{BAD9A473-4262-4432-B9CB-6F502E6636F3}" srcOrd="0" destOrd="0" presId="urn:microsoft.com/office/officeart/2018/2/layout/IconVerticalSolidList"/>
    <dgm:cxn modelId="{56C80DD0-7AAA-4F7A-B67F-2322964B67DF}" type="presOf" srcId="{F7247558-B348-4AF3-B6C8-91E8431DE0F2}" destId="{D0354E84-E3AC-42F4-9E71-D79609EBEAAD}" srcOrd="0" destOrd="0" presId="urn:microsoft.com/office/officeart/2018/2/layout/IconVerticalSolidList"/>
    <dgm:cxn modelId="{4FC029FA-2F1F-483E-B694-C88B26209B04}" type="presOf" srcId="{0D74734B-1E83-4A1F-B6A5-60B187C1D8F4}" destId="{B757AFB1-CBFF-4633-B209-4C6AD80A07A6}" srcOrd="0" destOrd="0" presId="urn:microsoft.com/office/officeart/2018/2/layout/IconVerticalSolidList"/>
    <dgm:cxn modelId="{6E402C04-29C9-4D9B-9499-4C65EDCBA8CB}" type="presParOf" srcId="{D0354E84-E3AC-42F4-9E71-D79609EBEAAD}" destId="{45D7B9F7-FEFD-4F25-9AE9-11DDD673F749}" srcOrd="0" destOrd="0" presId="urn:microsoft.com/office/officeart/2018/2/layout/IconVerticalSolidList"/>
    <dgm:cxn modelId="{A4E782A9-09B7-4F52-929A-D7477A48D5A0}" type="presParOf" srcId="{45D7B9F7-FEFD-4F25-9AE9-11DDD673F749}" destId="{6AC700D2-3D20-45D2-9BCA-94ECA55F428D}" srcOrd="0" destOrd="0" presId="urn:microsoft.com/office/officeart/2018/2/layout/IconVerticalSolidList"/>
    <dgm:cxn modelId="{4FE92178-97C5-4C59-8E58-B6F1CB880F98}" type="presParOf" srcId="{45D7B9F7-FEFD-4F25-9AE9-11DDD673F749}" destId="{27A7D5EF-0BBC-42EA-AB3E-38629AD40466}" srcOrd="1" destOrd="0" presId="urn:microsoft.com/office/officeart/2018/2/layout/IconVerticalSolidList"/>
    <dgm:cxn modelId="{123062A4-99DF-4613-8208-1FB6434F645C}" type="presParOf" srcId="{45D7B9F7-FEFD-4F25-9AE9-11DDD673F749}" destId="{6A0722C8-97F0-4A41-8568-1C26BEC32E5D}" srcOrd="2" destOrd="0" presId="urn:microsoft.com/office/officeart/2018/2/layout/IconVerticalSolidList"/>
    <dgm:cxn modelId="{B1D5A207-55BF-4546-A383-6559DF2CBBFF}" type="presParOf" srcId="{45D7B9F7-FEFD-4F25-9AE9-11DDD673F749}" destId="{BAD9A473-4262-4432-B9CB-6F502E6636F3}" srcOrd="3" destOrd="0" presId="urn:microsoft.com/office/officeart/2018/2/layout/IconVerticalSolidList"/>
    <dgm:cxn modelId="{69CD6339-ACE7-4589-9CD2-F396CB063DEB}" type="presParOf" srcId="{D0354E84-E3AC-42F4-9E71-D79609EBEAAD}" destId="{0BF101D3-C0FE-4590-94C1-0AA9868DF2EE}" srcOrd="1" destOrd="0" presId="urn:microsoft.com/office/officeart/2018/2/layout/IconVerticalSolidList"/>
    <dgm:cxn modelId="{72147CFC-D64D-468C-ABBC-FD74700FA625}" type="presParOf" srcId="{D0354E84-E3AC-42F4-9E71-D79609EBEAAD}" destId="{54965907-75FD-4301-BD2E-1C1AD36B8FF6}" srcOrd="2" destOrd="0" presId="urn:microsoft.com/office/officeart/2018/2/layout/IconVerticalSolidList"/>
    <dgm:cxn modelId="{24C98546-6FF0-4B52-8103-1EC62E2D201A}" type="presParOf" srcId="{54965907-75FD-4301-BD2E-1C1AD36B8FF6}" destId="{D22FE62F-A8B2-44AF-ACC2-BA1F1836709C}" srcOrd="0" destOrd="0" presId="urn:microsoft.com/office/officeart/2018/2/layout/IconVerticalSolidList"/>
    <dgm:cxn modelId="{942D1F7F-9B5B-4650-84F1-805AC914B9E2}" type="presParOf" srcId="{54965907-75FD-4301-BD2E-1C1AD36B8FF6}" destId="{D2E1727C-36F9-4CBB-8DF0-57DDF9F24E8E}" srcOrd="1" destOrd="0" presId="urn:microsoft.com/office/officeart/2018/2/layout/IconVerticalSolidList"/>
    <dgm:cxn modelId="{12D53375-CFB9-43C5-8BC8-E6CA9C844517}" type="presParOf" srcId="{54965907-75FD-4301-BD2E-1C1AD36B8FF6}" destId="{773F8245-C3D2-41B8-9DC9-47B5F20D0350}" srcOrd="2" destOrd="0" presId="urn:microsoft.com/office/officeart/2018/2/layout/IconVerticalSolidList"/>
    <dgm:cxn modelId="{8BC61525-7295-4D0B-AE9F-14CCFA162CA8}" type="presParOf" srcId="{54965907-75FD-4301-BD2E-1C1AD36B8FF6}" destId="{B757AFB1-CBFF-4633-B209-4C6AD80A07A6}" srcOrd="3" destOrd="0" presId="urn:microsoft.com/office/officeart/2018/2/layout/IconVerticalSolidList"/>
    <dgm:cxn modelId="{164A5FA2-54A0-4AA3-B16F-1E8DF1D7A263}" type="presParOf" srcId="{D0354E84-E3AC-42F4-9E71-D79609EBEAAD}" destId="{CD854BD8-A018-4B46-A016-DE96EF84E14C}" srcOrd="3" destOrd="0" presId="urn:microsoft.com/office/officeart/2018/2/layout/IconVerticalSolidList"/>
    <dgm:cxn modelId="{6E925F7D-336D-4ACD-8BD7-AB33F6EF4ED1}" type="presParOf" srcId="{D0354E84-E3AC-42F4-9E71-D79609EBEAAD}" destId="{72699C92-BFC9-45C7-BD2C-D27C53A94DD1}" srcOrd="4" destOrd="0" presId="urn:microsoft.com/office/officeart/2018/2/layout/IconVerticalSolidList"/>
    <dgm:cxn modelId="{352BD10F-26A7-47E4-BAE5-5389286077DC}" type="presParOf" srcId="{72699C92-BFC9-45C7-BD2C-D27C53A94DD1}" destId="{C192A5BA-86FA-4407-9F21-1756F1F472E1}" srcOrd="0" destOrd="0" presId="urn:microsoft.com/office/officeart/2018/2/layout/IconVerticalSolidList"/>
    <dgm:cxn modelId="{D363D167-74B7-45EE-8123-1CEC4EFDE3F7}" type="presParOf" srcId="{72699C92-BFC9-45C7-BD2C-D27C53A94DD1}" destId="{184D7F20-64D9-4E86-BD7E-C25B5F7377DF}" srcOrd="1" destOrd="0" presId="urn:microsoft.com/office/officeart/2018/2/layout/IconVerticalSolidList"/>
    <dgm:cxn modelId="{35CA96A8-DF7B-4BB5-B0C7-83B4F4091097}" type="presParOf" srcId="{72699C92-BFC9-45C7-BD2C-D27C53A94DD1}" destId="{ED58A42A-9C3F-4FE4-902C-5017179CE635}" srcOrd="2" destOrd="0" presId="urn:microsoft.com/office/officeart/2018/2/layout/IconVerticalSolidList"/>
    <dgm:cxn modelId="{B2C23BAE-729B-483F-9160-EE9B8C8B041F}" type="presParOf" srcId="{72699C92-BFC9-45C7-BD2C-D27C53A94DD1}" destId="{2D43D5B5-8D65-4D8A-878D-229D43702C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B616E6-C30B-49C3-9369-D3021D048144}"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en-US"/>
        </a:p>
      </dgm:t>
    </dgm:pt>
    <dgm:pt modelId="{94526E9C-DEC8-4442-94F2-E6B6C3AAFD85}">
      <dgm:prSet/>
      <dgm:spPr/>
      <dgm:t>
        <a:bodyPr/>
        <a:lstStyle/>
        <a:p>
          <a:r>
            <a:rPr lang="en-US" dirty="0">
              <a:solidFill>
                <a:schemeClr val="bg1"/>
              </a:solidFill>
            </a:rPr>
            <a:t>Git –helps you manage changes to your code over time. It keeps track of every change made. You can look at previous versions or undo mistakes if needed. (This is the standard tool development) </a:t>
          </a:r>
        </a:p>
      </dgm:t>
    </dgm:pt>
    <dgm:pt modelId="{1F62A0FA-6864-4AED-A13D-70110148AD76}" type="parTrans" cxnId="{3A108C55-3E1A-45FA-948D-4728D845F98A}">
      <dgm:prSet/>
      <dgm:spPr/>
      <dgm:t>
        <a:bodyPr/>
        <a:lstStyle/>
        <a:p>
          <a:endParaRPr lang="en-US"/>
        </a:p>
      </dgm:t>
    </dgm:pt>
    <dgm:pt modelId="{A9F8FFCE-4A5E-45BD-AEE2-AEFB1D87D646}" type="sibTrans" cxnId="{3A108C55-3E1A-45FA-948D-4728D845F98A}">
      <dgm:prSet/>
      <dgm:spPr/>
      <dgm:t>
        <a:bodyPr/>
        <a:lstStyle/>
        <a:p>
          <a:endParaRPr lang="en-US"/>
        </a:p>
      </dgm:t>
    </dgm:pt>
    <dgm:pt modelId="{11387314-1674-4416-8C1B-53F463FF8863}">
      <dgm:prSet/>
      <dgm:spPr/>
      <dgm:t>
        <a:bodyPr/>
        <a:lstStyle/>
        <a:p>
          <a:r>
            <a:rPr lang="en-US" dirty="0">
              <a:solidFill>
                <a:schemeClr val="bg1"/>
              </a:solidFill>
            </a:rPr>
            <a:t>Repositories – (or Repos) are a central hub where all your work is stored.</a:t>
          </a:r>
        </a:p>
      </dgm:t>
    </dgm:pt>
    <dgm:pt modelId="{189AE603-E070-4FCD-9052-5A5AEDCADBD1}" type="parTrans" cxnId="{99902E84-A7FC-41F5-AD7A-2D4D083FB227}">
      <dgm:prSet/>
      <dgm:spPr/>
      <dgm:t>
        <a:bodyPr/>
        <a:lstStyle/>
        <a:p>
          <a:endParaRPr lang="en-US"/>
        </a:p>
      </dgm:t>
    </dgm:pt>
    <dgm:pt modelId="{2501AC6B-FFBD-4E25-9415-A6CFC073EC2C}" type="sibTrans" cxnId="{99902E84-A7FC-41F5-AD7A-2D4D083FB227}">
      <dgm:prSet/>
      <dgm:spPr/>
      <dgm:t>
        <a:bodyPr/>
        <a:lstStyle/>
        <a:p>
          <a:endParaRPr lang="en-US"/>
        </a:p>
      </dgm:t>
    </dgm:pt>
    <dgm:pt modelId="{C4411BA8-1394-46B6-A1FF-34B07E2BBF74}">
      <dgm:prSet/>
      <dgm:spPr/>
      <dgm:t>
        <a:bodyPr/>
        <a:lstStyle/>
        <a:p>
          <a:r>
            <a:rPr lang="en-US"/>
            <a:t>Local – Your computer, where you work on your project and changes.</a:t>
          </a:r>
        </a:p>
      </dgm:t>
    </dgm:pt>
    <dgm:pt modelId="{1D1CB4E6-EE7A-437C-A64E-0E055D9DBE56}" type="parTrans" cxnId="{BE7D4B29-D9F9-4069-8D86-12DFEA55CE3D}">
      <dgm:prSet/>
      <dgm:spPr/>
      <dgm:t>
        <a:bodyPr/>
        <a:lstStyle/>
        <a:p>
          <a:endParaRPr lang="en-US"/>
        </a:p>
      </dgm:t>
    </dgm:pt>
    <dgm:pt modelId="{584ACCBD-99D6-43E5-A759-E6751E5B107B}" type="sibTrans" cxnId="{BE7D4B29-D9F9-4069-8D86-12DFEA55CE3D}">
      <dgm:prSet/>
      <dgm:spPr/>
      <dgm:t>
        <a:bodyPr/>
        <a:lstStyle/>
        <a:p>
          <a:endParaRPr lang="en-US"/>
        </a:p>
      </dgm:t>
    </dgm:pt>
    <dgm:pt modelId="{004C0C17-8E39-4895-A748-DB38A88A88F3}">
      <dgm:prSet/>
      <dgm:spPr/>
      <dgm:t>
        <a:bodyPr/>
        <a:lstStyle/>
        <a:p>
          <a:r>
            <a:rPr lang="en-US"/>
            <a:t>Remote – A remote server that stores all changes made by everyone</a:t>
          </a:r>
        </a:p>
      </dgm:t>
    </dgm:pt>
    <dgm:pt modelId="{DA455ECA-F669-4373-8CC1-E410631F4B08}" type="parTrans" cxnId="{FE59268B-6384-445E-91E1-AA15D801B140}">
      <dgm:prSet/>
      <dgm:spPr/>
      <dgm:t>
        <a:bodyPr/>
        <a:lstStyle/>
        <a:p>
          <a:endParaRPr lang="en-US"/>
        </a:p>
      </dgm:t>
    </dgm:pt>
    <dgm:pt modelId="{132D5AE0-5B3F-4C07-BAB0-29FB2D9ECC63}" type="sibTrans" cxnId="{FE59268B-6384-445E-91E1-AA15D801B140}">
      <dgm:prSet/>
      <dgm:spPr/>
      <dgm:t>
        <a:bodyPr/>
        <a:lstStyle/>
        <a:p>
          <a:endParaRPr lang="en-US"/>
        </a:p>
      </dgm:t>
    </dgm:pt>
    <dgm:pt modelId="{CEE3C0E8-7295-46BE-BFED-5201ED0FD072}" type="pres">
      <dgm:prSet presAssocID="{B2B616E6-C30B-49C3-9369-D3021D048144}" presName="Name0" presStyleCnt="0">
        <dgm:presLayoutVars>
          <dgm:dir/>
          <dgm:animLvl val="lvl"/>
          <dgm:resizeHandles val="exact"/>
        </dgm:presLayoutVars>
      </dgm:prSet>
      <dgm:spPr/>
    </dgm:pt>
    <dgm:pt modelId="{18567E72-739D-4119-ACAD-047F18FBDE3B}" type="pres">
      <dgm:prSet presAssocID="{11387314-1674-4416-8C1B-53F463FF8863}" presName="boxAndChildren" presStyleCnt="0"/>
      <dgm:spPr/>
    </dgm:pt>
    <dgm:pt modelId="{F8062D22-4573-4BF9-89DE-752BD5A5CA0D}" type="pres">
      <dgm:prSet presAssocID="{11387314-1674-4416-8C1B-53F463FF8863}" presName="parentTextBox" presStyleLbl="node1" presStyleIdx="0" presStyleCnt="2"/>
      <dgm:spPr/>
    </dgm:pt>
    <dgm:pt modelId="{E2E5A5EE-770F-4CA2-8A87-9806595FDC8A}" type="pres">
      <dgm:prSet presAssocID="{11387314-1674-4416-8C1B-53F463FF8863}" presName="entireBox" presStyleLbl="node1" presStyleIdx="0" presStyleCnt="2"/>
      <dgm:spPr/>
    </dgm:pt>
    <dgm:pt modelId="{03877E65-C425-47C8-82D7-7D3417966F96}" type="pres">
      <dgm:prSet presAssocID="{11387314-1674-4416-8C1B-53F463FF8863}" presName="descendantBox" presStyleCnt="0"/>
      <dgm:spPr/>
    </dgm:pt>
    <dgm:pt modelId="{2B0F01C9-8B20-4EDA-94BC-9F839F1836A8}" type="pres">
      <dgm:prSet presAssocID="{C4411BA8-1394-46B6-A1FF-34B07E2BBF74}" presName="childTextBox" presStyleLbl="fgAccFollowNode1" presStyleIdx="0" presStyleCnt="2">
        <dgm:presLayoutVars>
          <dgm:bulletEnabled val="1"/>
        </dgm:presLayoutVars>
      </dgm:prSet>
      <dgm:spPr/>
    </dgm:pt>
    <dgm:pt modelId="{39536BFC-A16E-4AE5-8C53-8F37DB63A4CA}" type="pres">
      <dgm:prSet presAssocID="{004C0C17-8E39-4895-A748-DB38A88A88F3}" presName="childTextBox" presStyleLbl="fgAccFollowNode1" presStyleIdx="1" presStyleCnt="2">
        <dgm:presLayoutVars>
          <dgm:bulletEnabled val="1"/>
        </dgm:presLayoutVars>
      </dgm:prSet>
      <dgm:spPr/>
    </dgm:pt>
    <dgm:pt modelId="{0D2EBD68-76F2-42DA-8292-3FFA9CD1F599}" type="pres">
      <dgm:prSet presAssocID="{A9F8FFCE-4A5E-45BD-AEE2-AEFB1D87D646}" presName="sp" presStyleCnt="0"/>
      <dgm:spPr/>
    </dgm:pt>
    <dgm:pt modelId="{78C9BB1A-383E-458A-A9B2-8F49F39EB3FF}" type="pres">
      <dgm:prSet presAssocID="{94526E9C-DEC8-4442-94F2-E6B6C3AAFD85}" presName="arrowAndChildren" presStyleCnt="0"/>
      <dgm:spPr/>
    </dgm:pt>
    <dgm:pt modelId="{9B00A27C-E5E0-4905-9375-97291CC510BD}" type="pres">
      <dgm:prSet presAssocID="{94526E9C-DEC8-4442-94F2-E6B6C3AAFD85}" presName="parentTextArrow" presStyleLbl="node1" presStyleIdx="1" presStyleCnt="2"/>
      <dgm:spPr/>
    </dgm:pt>
  </dgm:ptLst>
  <dgm:cxnLst>
    <dgm:cxn modelId="{764B330C-7B75-443F-B5A6-12291E8032C1}" type="presOf" srcId="{004C0C17-8E39-4895-A748-DB38A88A88F3}" destId="{39536BFC-A16E-4AE5-8C53-8F37DB63A4CA}" srcOrd="0" destOrd="0" presId="urn:microsoft.com/office/officeart/2005/8/layout/process4"/>
    <dgm:cxn modelId="{C02E511C-D16A-4ADA-805E-C815C7301B41}" type="presOf" srcId="{11387314-1674-4416-8C1B-53F463FF8863}" destId="{F8062D22-4573-4BF9-89DE-752BD5A5CA0D}" srcOrd="0" destOrd="0" presId="urn:microsoft.com/office/officeart/2005/8/layout/process4"/>
    <dgm:cxn modelId="{BE7D4B29-D9F9-4069-8D86-12DFEA55CE3D}" srcId="{11387314-1674-4416-8C1B-53F463FF8863}" destId="{C4411BA8-1394-46B6-A1FF-34B07E2BBF74}" srcOrd="0" destOrd="0" parTransId="{1D1CB4E6-EE7A-437C-A64E-0E055D9DBE56}" sibTransId="{584ACCBD-99D6-43E5-A759-E6751E5B107B}"/>
    <dgm:cxn modelId="{6A30AE44-0A34-4E89-8ACC-F73D9A78BC68}" type="presOf" srcId="{B2B616E6-C30B-49C3-9369-D3021D048144}" destId="{CEE3C0E8-7295-46BE-BFED-5201ED0FD072}" srcOrd="0" destOrd="0" presId="urn:microsoft.com/office/officeart/2005/8/layout/process4"/>
    <dgm:cxn modelId="{3A108C55-3E1A-45FA-948D-4728D845F98A}" srcId="{B2B616E6-C30B-49C3-9369-D3021D048144}" destId="{94526E9C-DEC8-4442-94F2-E6B6C3AAFD85}" srcOrd="0" destOrd="0" parTransId="{1F62A0FA-6864-4AED-A13D-70110148AD76}" sibTransId="{A9F8FFCE-4A5E-45BD-AEE2-AEFB1D87D646}"/>
    <dgm:cxn modelId="{99902E84-A7FC-41F5-AD7A-2D4D083FB227}" srcId="{B2B616E6-C30B-49C3-9369-D3021D048144}" destId="{11387314-1674-4416-8C1B-53F463FF8863}" srcOrd="1" destOrd="0" parTransId="{189AE603-E070-4FCD-9052-5A5AEDCADBD1}" sibTransId="{2501AC6B-FFBD-4E25-9415-A6CFC073EC2C}"/>
    <dgm:cxn modelId="{FE59268B-6384-445E-91E1-AA15D801B140}" srcId="{11387314-1674-4416-8C1B-53F463FF8863}" destId="{004C0C17-8E39-4895-A748-DB38A88A88F3}" srcOrd="1" destOrd="0" parTransId="{DA455ECA-F669-4373-8CC1-E410631F4B08}" sibTransId="{132D5AE0-5B3F-4C07-BAB0-29FB2D9ECC63}"/>
    <dgm:cxn modelId="{4DE695B9-4527-4BE8-B205-3C713C189D18}" type="presOf" srcId="{94526E9C-DEC8-4442-94F2-E6B6C3AAFD85}" destId="{9B00A27C-E5E0-4905-9375-97291CC510BD}" srcOrd="0" destOrd="0" presId="urn:microsoft.com/office/officeart/2005/8/layout/process4"/>
    <dgm:cxn modelId="{7838F7CC-57BE-4DC9-9AF2-87E2B68AEAAE}" type="presOf" srcId="{11387314-1674-4416-8C1B-53F463FF8863}" destId="{E2E5A5EE-770F-4CA2-8A87-9806595FDC8A}" srcOrd="1" destOrd="0" presId="urn:microsoft.com/office/officeart/2005/8/layout/process4"/>
    <dgm:cxn modelId="{1DDB89EB-860A-436A-A334-306114A1D42B}" type="presOf" srcId="{C4411BA8-1394-46B6-A1FF-34B07E2BBF74}" destId="{2B0F01C9-8B20-4EDA-94BC-9F839F1836A8}" srcOrd="0" destOrd="0" presId="urn:microsoft.com/office/officeart/2005/8/layout/process4"/>
    <dgm:cxn modelId="{B36E695F-2B0F-45D9-8C7A-C71F4E047216}" type="presParOf" srcId="{CEE3C0E8-7295-46BE-BFED-5201ED0FD072}" destId="{18567E72-739D-4119-ACAD-047F18FBDE3B}" srcOrd="0" destOrd="0" presId="urn:microsoft.com/office/officeart/2005/8/layout/process4"/>
    <dgm:cxn modelId="{F7A7AB3B-3160-4E35-9F2A-34908BBAD84C}" type="presParOf" srcId="{18567E72-739D-4119-ACAD-047F18FBDE3B}" destId="{F8062D22-4573-4BF9-89DE-752BD5A5CA0D}" srcOrd="0" destOrd="0" presId="urn:microsoft.com/office/officeart/2005/8/layout/process4"/>
    <dgm:cxn modelId="{E1CBB1AF-2339-4558-9ABD-538F70F80A7C}" type="presParOf" srcId="{18567E72-739D-4119-ACAD-047F18FBDE3B}" destId="{E2E5A5EE-770F-4CA2-8A87-9806595FDC8A}" srcOrd="1" destOrd="0" presId="urn:microsoft.com/office/officeart/2005/8/layout/process4"/>
    <dgm:cxn modelId="{A0231D69-6205-4891-80D2-0A603F573000}" type="presParOf" srcId="{18567E72-739D-4119-ACAD-047F18FBDE3B}" destId="{03877E65-C425-47C8-82D7-7D3417966F96}" srcOrd="2" destOrd="0" presId="urn:microsoft.com/office/officeart/2005/8/layout/process4"/>
    <dgm:cxn modelId="{D9AE0593-DC98-44F4-B377-E92B96765FFD}" type="presParOf" srcId="{03877E65-C425-47C8-82D7-7D3417966F96}" destId="{2B0F01C9-8B20-4EDA-94BC-9F839F1836A8}" srcOrd="0" destOrd="0" presId="urn:microsoft.com/office/officeart/2005/8/layout/process4"/>
    <dgm:cxn modelId="{271E239D-2D7F-4755-ABE0-E507A41808E2}" type="presParOf" srcId="{03877E65-C425-47C8-82D7-7D3417966F96}" destId="{39536BFC-A16E-4AE5-8C53-8F37DB63A4CA}" srcOrd="1" destOrd="0" presId="urn:microsoft.com/office/officeart/2005/8/layout/process4"/>
    <dgm:cxn modelId="{6126AB16-FF20-4B88-BDCB-0B19BD56C72C}" type="presParOf" srcId="{CEE3C0E8-7295-46BE-BFED-5201ED0FD072}" destId="{0D2EBD68-76F2-42DA-8292-3FFA9CD1F599}" srcOrd="1" destOrd="0" presId="urn:microsoft.com/office/officeart/2005/8/layout/process4"/>
    <dgm:cxn modelId="{B2020B72-FFB1-4C8E-B19F-0791485AC915}" type="presParOf" srcId="{CEE3C0E8-7295-46BE-BFED-5201ED0FD072}" destId="{78C9BB1A-383E-458A-A9B2-8F49F39EB3FF}" srcOrd="2" destOrd="0" presId="urn:microsoft.com/office/officeart/2005/8/layout/process4"/>
    <dgm:cxn modelId="{20DB27E0-FA02-4FCE-9CAE-DFCCE37EEC19}" type="presParOf" srcId="{78C9BB1A-383E-458A-A9B2-8F49F39EB3FF}" destId="{9B00A27C-E5E0-4905-9375-97291CC510BD}"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3E5731F-056F-4B58-BFDF-EA2DEFF55F5C}"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B4176E8E-65AD-4018-9E5D-9283D325E607}">
      <dgm:prSet/>
      <dgm:spPr/>
      <dgm:t>
        <a:bodyPr/>
        <a:lstStyle/>
        <a:p>
          <a:r>
            <a:rPr lang="en-US"/>
            <a:t>Commits: Every time you make changes and save them in Git, these are called commits.</a:t>
          </a:r>
        </a:p>
      </dgm:t>
    </dgm:pt>
    <dgm:pt modelId="{177543E2-2A60-4F5B-A37F-A9A351CB492F}" type="parTrans" cxnId="{12527C19-6ED5-4270-B6B0-325372395DDA}">
      <dgm:prSet/>
      <dgm:spPr/>
      <dgm:t>
        <a:bodyPr/>
        <a:lstStyle/>
        <a:p>
          <a:endParaRPr lang="en-US"/>
        </a:p>
      </dgm:t>
    </dgm:pt>
    <dgm:pt modelId="{14606F5A-961B-422A-997D-3B815182534A}" type="sibTrans" cxnId="{12527C19-6ED5-4270-B6B0-325372395DDA}">
      <dgm:prSet/>
      <dgm:spPr/>
      <dgm:t>
        <a:bodyPr/>
        <a:lstStyle/>
        <a:p>
          <a:endParaRPr lang="en-US"/>
        </a:p>
      </dgm:t>
    </dgm:pt>
    <dgm:pt modelId="{7825D186-656F-4BF7-87CA-0BB45E8EE503}">
      <dgm:prSet/>
      <dgm:spPr/>
      <dgm:t>
        <a:bodyPr/>
        <a:lstStyle/>
        <a:p>
          <a:r>
            <a:rPr lang="en-US"/>
            <a:t>Branches: A repository allows you to create Branches and work on new features and fixes. </a:t>
          </a:r>
        </a:p>
      </dgm:t>
    </dgm:pt>
    <dgm:pt modelId="{062E59AA-365C-4184-81B6-842ECD5E5FE4}" type="parTrans" cxnId="{7CE6DDBE-DE93-4BF7-8F73-72E74B25E8EE}">
      <dgm:prSet/>
      <dgm:spPr/>
      <dgm:t>
        <a:bodyPr/>
        <a:lstStyle/>
        <a:p>
          <a:endParaRPr lang="en-US"/>
        </a:p>
      </dgm:t>
    </dgm:pt>
    <dgm:pt modelId="{39DE5200-1749-46E1-9794-74464F50D55C}" type="sibTrans" cxnId="{7CE6DDBE-DE93-4BF7-8F73-72E74B25E8EE}">
      <dgm:prSet/>
      <dgm:spPr/>
      <dgm:t>
        <a:bodyPr/>
        <a:lstStyle/>
        <a:p>
          <a:endParaRPr lang="en-US"/>
        </a:p>
      </dgm:t>
    </dgm:pt>
    <dgm:pt modelId="{D126E006-0EE5-483D-8DCB-834F01102268}">
      <dgm:prSet/>
      <dgm:spPr/>
      <dgm:t>
        <a:bodyPr/>
        <a:lstStyle/>
        <a:p>
          <a:r>
            <a:rPr lang="en-US"/>
            <a:t>Merging: Once you are done with the branches you have made, you can merge those branches into main branch. </a:t>
          </a:r>
        </a:p>
      </dgm:t>
    </dgm:pt>
    <dgm:pt modelId="{B1C93C73-8B13-4E62-9048-E0EEA5BFB75F}" type="parTrans" cxnId="{0DBD4E76-0201-4D25-BC9B-C155E416BEDE}">
      <dgm:prSet/>
      <dgm:spPr/>
      <dgm:t>
        <a:bodyPr/>
        <a:lstStyle/>
        <a:p>
          <a:endParaRPr lang="en-US"/>
        </a:p>
      </dgm:t>
    </dgm:pt>
    <dgm:pt modelId="{7F1D2093-C6ED-4AB6-B651-5D46D3C1A879}" type="sibTrans" cxnId="{0DBD4E76-0201-4D25-BC9B-C155E416BEDE}">
      <dgm:prSet/>
      <dgm:spPr/>
      <dgm:t>
        <a:bodyPr/>
        <a:lstStyle/>
        <a:p>
          <a:endParaRPr lang="en-US"/>
        </a:p>
      </dgm:t>
    </dgm:pt>
    <dgm:pt modelId="{8CCA3C3A-4447-4FCB-B91C-AF6B7EA90FDB}">
      <dgm:prSet/>
      <dgm:spPr/>
      <dgm:t>
        <a:bodyPr/>
        <a:lstStyle/>
        <a:p>
          <a:r>
            <a:rPr lang="en-US"/>
            <a:t>Cloning: Cloning is a process of making a complete copy of Git repository. </a:t>
          </a:r>
        </a:p>
      </dgm:t>
    </dgm:pt>
    <dgm:pt modelId="{46629986-BC75-46F6-A49B-10AA601C4946}" type="parTrans" cxnId="{218D213E-6020-4BE6-8AB7-46814BB646A4}">
      <dgm:prSet/>
      <dgm:spPr/>
      <dgm:t>
        <a:bodyPr/>
        <a:lstStyle/>
        <a:p>
          <a:endParaRPr lang="en-US"/>
        </a:p>
      </dgm:t>
    </dgm:pt>
    <dgm:pt modelId="{6054FBAF-EB95-4777-81EB-18D08890DBC7}" type="sibTrans" cxnId="{218D213E-6020-4BE6-8AB7-46814BB646A4}">
      <dgm:prSet/>
      <dgm:spPr/>
      <dgm:t>
        <a:bodyPr/>
        <a:lstStyle/>
        <a:p>
          <a:endParaRPr lang="en-US"/>
        </a:p>
      </dgm:t>
    </dgm:pt>
    <dgm:pt modelId="{679203CE-8F01-4681-AA2D-DDE3F5FE7387}" type="pres">
      <dgm:prSet presAssocID="{A3E5731F-056F-4B58-BFDF-EA2DEFF55F5C}" presName="vert0" presStyleCnt="0">
        <dgm:presLayoutVars>
          <dgm:dir/>
          <dgm:animOne val="branch"/>
          <dgm:animLvl val="lvl"/>
        </dgm:presLayoutVars>
      </dgm:prSet>
      <dgm:spPr/>
    </dgm:pt>
    <dgm:pt modelId="{B614957C-7F75-4882-B0BA-73E71EA7E2CD}" type="pres">
      <dgm:prSet presAssocID="{B4176E8E-65AD-4018-9E5D-9283D325E607}" presName="thickLine" presStyleLbl="alignNode1" presStyleIdx="0" presStyleCnt="4"/>
      <dgm:spPr/>
    </dgm:pt>
    <dgm:pt modelId="{BA3F3510-59E5-471E-ADEF-A3B6209003A4}" type="pres">
      <dgm:prSet presAssocID="{B4176E8E-65AD-4018-9E5D-9283D325E607}" presName="horz1" presStyleCnt="0"/>
      <dgm:spPr/>
    </dgm:pt>
    <dgm:pt modelId="{2F2041E8-F39A-461D-AF8D-383306E30F87}" type="pres">
      <dgm:prSet presAssocID="{B4176E8E-65AD-4018-9E5D-9283D325E607}" presName="tx1" presStyleLbl="revTx" presStyleIdx="0" presStyleCnt="4"/>
      <dgm:spPr/>
    </dgm:pt>
    <dgm:pt modelId="{27810006-4962-4781-9733-DAC0A7606252}" type="pres">
      <dgm:prSet presAssocID="{B4176E8E-65AD-4018-9E5D-9283D325E607}" presName="vert1" presStyleCnt="0"/>
      <dgm:spPr/>
    </dgm:pt>
    <dgm:pt modelId="{71EEBB3E-2326-403E-97D5-2AE94C8739D3}" type="pres">
      <dgm:prSet presAssocID="{7825D186-656F-4BF7-87CA-0BB45E8EE503}" presName="thickLine" presStyleLbl="alignNode1" presStyleIdx="1" presStyleCnt="4"/>
      <dgm:spPr/>
    </dgm:pt>
    <dgm:pt modelId="{1F129F26-02A3-4FD7-8118-4CEC4644B7DD}" type="pres">
      <dgm:prSet presAssocID="{7825D186-656F-4BF7-87CA-0BB45E8EE503}" presName="horz1" presStyleCnt="0"/>
      <dgm:spPr/>
    </dgm:pt>
    <dgm:pt modelId="{F2A5E655-0B15-46CE-B866-522B6C2A365A}" type="pres">
      <dgm:prSet presAssocID="{7825D186-656F-4BF7-87CA-0BB45E8EE503}" presName="tx1" presStyleLbl="revTx" presStyleIdx="1" presStyleCnt="4"/>
      <dgm:spPr/>
    </dgm:pt>
    <dgm:pt modelId="{BF9E623C-A71C-4CA2-87BC-13AEC2A98BAA}" type="pres">
      <dgm:prSet presAssocID="{7825D186-656F-4BF7-87CA-0BB45E8EE503}" presName="vert1" presStyleCnt="0"/>
      <dgm:spPr/>
    </dgm:pt>
    <dgm:pt modelId="{CA25B271-707B-4FE5-91A2-F807C7A4E45D}" type="pres">
      <dgm:prSet presAssocID="{D126E006-0EE5-483D-8DCB-834F01102268}" presName="thickLine" presStyleLbl="alignNode1" presStyleIdx="2" presStyleCnt="4"/>
      <dgm:spPr/>
    </dgm:pt>
    <dgm:pt modelId="{7FB9450A-DCB6-4ADD-8DA1-79B2D93EA282}" type="pres">
      <dgm:prSet presAssocID="{D126E006-0EE5-483D-8DCB-834F01102268}" presName="horz1" presStyleCnt="0"/>
      <dgm:spPr/>
    </dgm:pt>
    <dgm:pt modelId="{54ED403E-DC58-4229-8EA8-E960E2BB145D}" type="pres">
      <dgm:prSet presAssocID="{D126E006-0EE5-483D-8DCB-834F01102268}" presName="tx1" presStyleLbl="revTx" presStyleIdx="2" presStyleCnt="4"/>
      <dgm:spPr/>
    </dgm:pt>
    <dgm:pt modelId="{ABFEC576-68E8-437E-AB69-E38F4D7D331F}" type="pres">
      <dgm:prSet presAssocID="{D126E006-0EE5-483D-8DCB-834F01102268}" presName="vert1" presStyleCnt="0"/>
      <dgm:spPr/>
    </dgm:pt>
    <dgm:pt modelId="{CE915B0F-4305-48B0-A4D8-0E390FF0F0E3}" type="pres">
      <dgm:prSet presAssocID="{8CCA3C3A-4447-4FCB-B91C-AF6B7EA90FDB}" presName="thickLine" presStyleLbl="alignNode1" presStyleIdx="3" presStyleCnt="4"/>
      <dgm:spPr/>
    </dgm:pt>
    <dgm:pt modelId="{E7B59D93-C5C2-46E9-8B2C-3B0E132168ED}" type="pres">
      <dgm:prSet presAssocID="{8CCA3C3A-4447-4FCB-B91C-AF6B7EA90FDB}" presName="horz1" presStyleCnt="0"/>
      <dgm:spPr/>
    </dgm:pt>
    <dgm:pt modelId="{BD148E2B-706B-4076-8939-D0F5C47C5358}" type="pres">
      <dgm:prSet presAssocID="{8CCA3C3A-4447-4FCB-B91C-AF6B7EA90FDB}" presName="tx1" presStyleLbl="revTx" presStyleIdx="3" presStyleCnt="4"/>
      <dgm:spPr/>
    </dgm:pt>
    <dgm:pt modelId="{5931E3EA-C577-4043-AFC0-EDC5A031779C}" type="pres">
      <dgm:prSet presAssocID="{8CCA3C3A-4447-4FCB-B91C-AF6B7EA90FDB}" presName="vert1" presStyleCnt="0"/>
      <dgm:spPr/>
    </dgm:pt>
  </dgm:ptLst>
  <dgm:cxnLst>
    <dgm:cxn modelId="{68DF3B14-B97E-4C7A-BF61-A578A5E8A32F}" type="presOf" srcId="{B4176E8E-65AD-4018-9E5D-9283D325E607}" destId="{2F2041E8-F39A-461D-AF8D-383306E30F87}" srcOrd="0" destOrd="0" presId="urn:microsoft.com/office/officeart/2008/layout/LinedList"/>
    <dgm:cxn modelId="{12527C19-6ED5-4270-B6B0-325372395DDA}" srcId="{A3E5731F-056F-4B58-BFDF-EA2DEFF55F5C}" destId="{B4176E8E-65AD-4018-9E5D-9283D325E607}" srcOrd="0" destOrd="0" parTransId="{177543E2-2A60-4F5B-A37F-A9A351CB492F}" sibTransId="{14606F5A-961B-422A-997D-3B815182534A}"/>
    <dgm:cxn modelId="{218D213E-6020-4BE6-8AB7-46814BB646A4}" srcId="{A3E5731F-056F-4B58-BFDF-EA2DEFF55F5C}" destId="{8CCA3C3A-4447-4FCB-B91C-AF6B7EA90FDB}" srcOrd="3" destOrd="0" parTransId="{46629986-BC75-46F6-A49B-10AA601C4946}" sibTransId="{6054FBAF-EB95-4777-81EB-18D08890DBC7}"/>
    <dgm:cxn modelId="{0DBD4E76-0201-4D25-BC9B-C155E416BEDE}" srcId="{A3E5731F-056F-4B58-BFDF-EA2DEFF55F5C}" destId="{D126E006-0EE5-483D-8DCB-834F01102268}" srcOrd="2" destOrd="0" parTransId="{B1C93C73-8B13-4E62-9048-E0EEA5BFB75F}" sibTransId="{7F1D2093-C6ED-4AB6-B651-5D46D3C1A879}"/>
    <dgm:cxn modelId="{EE29D376-5AA3-42BC-8441-B6A095703A10}" type="presOf" srcId="{A3E5731F-056F-4B58-BFDF-EA2DEFF55F5C}" destId="{679203CE-8F01-4681-AA2D-DDE3F5FE7387}" srcOrd="0" destOrd="0" presId="urn:microsoft.com/office/officeart/2008/layout/LinedList"/>
    <dgm:cxn modelId="{F1BB3483-899B-48CD-8D04-55957CF9F0E9}" type="presOf" srcId="{8CCA3C3A-4447-4FCB-B91C-AF6B7EA90FDB}" destId="{BD148E2B-706B-4076-8939-D0F5C47C5358}" srcOrd="0" destOrd="0" presId="urn:microsoft.com/office/officeart/2008/layout/LinedList"/>
    <dgm:cxn modelId="{81F96990-E072-4975-BF7E-DE2BE1FEA36A}" type="presOf" srcId="{7825D186-656F-4BF7-87CA-0BB45E8EE503}" destId="{F2A5E655-0B15-46CE-B866-522B6C2A365A}" srcOrd="0" destOrd="0" presId="urn:microsoft.com/office/officeart/2008/layout/LinedList"/>
    <dgm:cxn modelId="{7CE6DDBE-DE93-4BF7-8F73-72E74B25E8EE}" srcId="{A3E5731F-056F-4B58-BFDF-EA2DEFF55F5C}" destId="{7825D186-656F-4BF7-87CA-0BB45E8EE503}" srcOrd="1" destOrd="0" parTransId="{062E59AA-365C-4184-81B6-842ECD5E5FE4}" sibTransId="{39DE5200-1749-46E1-9794-74464F50D55C}"/>
    <dgm:cxn modelId="{CB5CBCDD-BC80-4353-A75A-92067B7CFA18}" type="presOf" srcId="{D126E006-0EE5-483D-8DCB-834F01102268}" destId="{54ED403E-DC58-4229-8EA8-E960E2BB145D}" srcOrd="0" destOrd="0" presId="urn:microsoft.com/office/officeart/2008/layout/LinedList"/>
    <dgm:cxn modelId="{F58291CE-9B0C-4F83-98CB-755E62EACD44}" type="presParOf" srcId="{679203CE-8F01-4681-AA2D-DDE3F5FE7387}" destId="{B614957C-7F75-4882-B0BA-73E71EA7E2CD}" srcOrd="0" destOrd="0" presId="urn:microsoft.com/office/officeart/2008/layout/LinedList"/>
    <dgm:cxn modelId="{D17B50A6-8B08-4BF4-BDC3-CF7D1EF13C79}" type="presParOf" srcId="{679203CE-8F01-4681-AA2D-DDE3F5FE7387}" destId="{BA3F3510-59E5-471E-ADEF-A3B6209003A4}" srcOrd="1" destOrd="0" presId="urn:microsoft.com/office/officeart/2008/layout/LinedList"/>
    <dgm:cxn modelId="{70150B3D-01A3-4E80-BE54-FC2E91694A97}" type="presParOf" srcId="{BA3F3510-59E5-471E-ADEF-A3B6209003A4}" destId="{2F2041E8-F39A-461D-AF8D-383306E30F87}" srcOrd="0" destOrd="0" presId="urn:microsoft.com/office/officeart/2008/layout/LinedList"/>
    <dgm:cxn modelId="{6434FA7C-1D30-48C3-9D19-5E2E05B0C2E1}" type="presParOf" srcId="{BA3F3510-59E5-471E-ADEF-A3B6209003A4}" destId="{27810006-4962-4781-9733-DAC0A7606252}" srcOrd="1" destOrd="0" presId="urn:microsoft.com/office/officeart/2008/layout/LinedList"/>
    <dgm:cxn modelId="{92667E00-A33D-4301-8B81-4BD03C1C2654}" type="presParOf" srcId="{679203CE-8F01-4681-AA2D-DDE3F5FE7387}" destId="{71EEBB3E-2326-403E-97D5-2AE94C8739D3}" srcOrd="2" destOrd="0" presId="urn:microsoft.com/office/officeart/2008/layout/LinedList"/>
    <dgm:cxn modelId="{E2123F2D-83EF-49D0-891E-846D99DA6ED7}" type="presParOf" srcId="{679203CE-8F01-4681-AA2D-DDE3F5FE7387}" destId="{1F129F26-02A3-4FD7-8118-4CEC4644B7DD}" srcOrd="3" destOrd="0" presId="urn:microsoft.com/office/officeart/2008/layout/LinedList"/>
    <dgm:cxn modelId="{084F8E01-C86B-4BD4-8C10-441486A3F6E4}" type="presParOf" srcId="{1F129F26-02A3-4FD7-8118-4CEC4644B7DD}" destId="{F2A5E655-0B15-46CE-B866-522B6C2A365A}" srcOrd="0" destOrd="0" presId="urn:microsoft.com/office/officeart/2008/layout/LinedList"/>
    <dgm:cxn modelId="{2030BCF0-ED2F-444E-AFFB-F3B26D08DAAC}" type="presParOf" srcId="{1F129F26-02A3-4FD7-8118-4CEC4644B7DD}" destId="{BF9E623C-A71C-4CA2-87BC-13AEC2A98BAA}" srcOrd="1" destOrd="0" presId="urn:microsoft.com/office/officeart/2008/layout/LinedList"/>
    <dgm:cxn modelId="{7626C640-B11F-465D-80F6-8279855B7F4C}" type="presParOf" srcId="{679203CE-8F01-4681-AA2D-DDE3F5FE7387}" destId="{CA25B271-707B-4FE5-91A2-F807C7A4E45D}" srcOrd="4" destOrd="0" presId="urn:microsoft.com/office/officeart/2008/layout/LinedList"/>
    <dgm:cxn modelId="{1F8BA71C-7F90-4298-B606-D8DE667EEEED}" type="presParOf" srcId="{679203CE-8F01-4681-AA2D-DDE3F5FE7387}" destId="{7FB9450A-DCB6-4ADD-8DA1-79B2D93EA282}" srcOrd="5" destOrd="0" presId="urn:microsoft.com/office/officeart/2008/layout/LinedList"/>
    <dgm:cxn modelId="{3BECE88D-102D-4E6F-8B2C-73B52EEF2B24}" type="presParOf" srcId="{7FB9450A-DCB6-4ADD-8DA1-79B2D93EA282}" destId="{54ED403E-DC58-4229-8EA8-E960E2BB145D}" srcOrd="0" destOrd="0" presId="urn:microsoft.com/office/officeart/2008/layout/LinedList"/>
    <dgm:cxn modelId="{4387837B-951E-4DC8-9845-BAD426344E2A}" type="presParOf" srcId="{7FB9450A-DCB6-4ADD-8DA1-79B2D93EA282}" destId="{ABFEC576-68E8-437E-AB69-E38F4D7D331F}" srcOrd="1" destOrd="0" presId="urn:microsoft.com/office/officeart/2008/layout/LinedList"/>
    <dgm:cxn modelId="{8AF5E465-9FF2-48AF-B57F-BF95FFEA7E44}" type="presParOf" srcId="{679203CE-8F01-4681-AA2D-DDE3F5FE7387}" destId="{CE915B0F-4305-48B0-A4D8-0E390FF0F0E3}" srcOrd="6" destOrd="0" presId="urn:microsoft.com/office/officeart/2008/layout/LinedList"/>
    <dgm:cxn modelId="{F76040B8-61FA-4733-8044-01A7D74BD71E}" type="presParOf" srcId="{679203CE-8F01-4681-AA2D-DDE3F5FE7387}" destId="{E7B59D93-C5C2-46E9-8B2C-3B0E132168ED}" srcOrd="7" destOrd="0" presId="urn:microsoft.com/office/officeart/2008/layout/LinedList"/>
    <dgm:cxn modelId="{AAEC2D31-10D0-4976-BE31-A7AFBF682C02}" type="presParOf" srcId="{E7B59D93-C5C2-46E9-8B2C-3B0E132168ED}" destId="{BD148E2B-706B-4076-8939-D0F5C47C5358}" srcOrd="0" destOrd="0" presId="urn:microsoft.com/office/officeart/2008/layout/LinedList"/>
    <dgm:cxn modelId="{1A0C7265-5F4E-4F9A-A00C-E4F2894DD991}" type="presParOf" srcId="{E7B59D93-C5C2-46E9-8B2C-3B0E132168ED}" destId="{5931E3EA-C577-4043-AFC0-EDC5A031779C}"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EFAD28-25F7-45B7-A26D-C3BDA7A94F4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63AD393-D7D4-4E60-A52A-1AC311D5D6A3}">
      <dgm:prSet/>
      <dgm:spPr/>
      <dgm:t>
        <a:bodyPr/>
        <a:lstStyle/>
        <a:p>
          <a:r>
            <a:rPr lang="en-AU"/>
            <a:t>Initialising a local Git repository</a:t>
          </a:r>
          <a:endParaRPr lang="en-US"/>
        </a:p>
      </dgm:t>
    </dgm:pt>
    <dgm:pt modelId="{4FD749D8-04A8-4331-9EEB-C22F4CE671F2}" type="parTrans" cxnId="{98196999-72E3-49F9-A3AA-C095AF405BEC}">
      <dgm:prSet/>
      <dgm:spPr/>
      <dgm:t>
        <a:bodyPr/>
        <a:lstStyle/>
        <a:p>
          <a:endParaRPr lang="en-US"/>
        </a:p>
      </dgm:t>
    </dgm:pt>
    <dgm:pt modelId="{26E73714-5EFB-4D25-AB8E-6DA0DCCA0982}" type="sibTrans" cxnId="{98196999-72E3-49F9-A3AA-C095AF405BEC}">
      <dgm:prSet/>
      <dgm:spPr/>
      <dgm:t>
        <a:bodyPr/>
        <a:lstStyle/>
        <a:p>
          <a:endParaRPr lang="en-US"/>
        </a:p>
      </dgm:t>
    </dgm:pt>
    <dgm:pt modelId="{B4624670-61CA-4D03-A9C5-B08C41B25334}">
      <dgm:prSet/>
      <dgm:spPr/>
      <dgm:t>
        <a:bodyPr/>
        <a:lstStyle/>
        <a:p>
          <a:r>
            <a:rPr lang="en-AU"/>
            <a:t>Publishing to GitHub</a:t>
          </a:r>
          <a:endParaRPr lang="en-US"/>
        </a:p>
      </dgm:t>
    </dgm:pt>
    <dgm:pt modelId="{117E4DFF-EAF5-4468-9C79-C652303F3AB3}" type="parTrans" cxnId="{FE7C8D4E-7BE6-4A00-8E20-068972DD5275}">
      <dgm:prSet/>
      <dgm:spPr/>
      <dgm:t>
        <a:bodyPr/>
        <a:lstStyle/>
        <a:p>
          <a:endParaRPr lang="en-US"/>
        </a:p>
      </dgm:t>
    </dgm:pt>
    <dgm:pt modelId="{A51553AD-B571-43C9-AAEB-6E3D2BA16426}" type="sibTrans" cxnId="{FE7C8D4E-7BE6-4A00-8E20-068972DD5275}">
      <dgm:prSet/>
      <dgm:spPr/>
      <dgm:t>
        <a:bodyPr/>
        <a:lstStyle/>
        <a:p>
          <a:endParaRPr lang="en-US"/>
        </a:p>
      </dgm:t>
    </dgm:pt>
    <dgm:pt modelId="{E12E7238-BC57-4284-A05D-A919E592214A}">
      <dgm:prSet/>
      <dgm:spPr/>
      <dgm:t>
        <a:bodyPr/>
        <a:lstStyle/>
        <a:p>
          <a:r>
            <a:rPr lang="en-AU"/>
            <a:t>Making changes locally (commit) </a:t>
          </a:r>
          <a:endParaRPr lang="en-US"/>
        </a:p>
      </dgm:t>
    </dgm:pt>
    <dgm:pt modelId="{8E59FF1A-17F4-4402-BB32-27B6CE8FADD0}" type="parTrans" cxnId="{74B194F5-4F43-4168-9A72-BAEB145F4EC9}">
      <dgm:prSet/>
      <dgm:spPr/>
      <dgm:t>
        <a:bodyPr/>
        <a:lstStyle/>
        <a:p>
          <a:endParaRPr lang="en-US"/>
        </a:p>
      </dgm:t>
    </dgm:pt>
    <dgm:pt modelId="{5305EFB0-B1B3-4BAE-B311-C9199352CEEE}" type="sibTrans" cxnId="{74B194F5-4F43-4168-9A72-BAEB145F4EC9}">
      <dgm:prSet/>
      <dgm:spPr/>
      <dgm:t>
        <a:bodyPr/>
        <a:lstStyle/>
        <a:p>
          <a:endParaRPr lang="en-US"/>
        </a:p>
      </dgm:t>
    </dgm:pt>
    <dgm:pt modelId="{ECB72567-02AA-438B-9A7A-544EBA0475F4}">
      <dgm:prSet/>
      <dgm:spPr/>
      <dgm:t>
        <a:bodyPr/>
        <a:lstStyle/>
        <a:p>
          <a:r>
            <a:rPr lang="en-AU" dirty="0"/>
            <a:t>Publishing changes to GitHub (push)</a:t>
          </a:r>
          <a:endParaRPr lang="en-US" dirty="0"/>
        </a:p>
      </dgm:t>
    </dgm:pt>
    <dgm:pt modelId="{0C506973-BF35-4771-876E-368527FDD483}" type="parTrans" cxnId="{8598E21E-D674-4C45-B551-511060D93094}">
      <dgm:prSet/>
      <dgm:spPr/>
      <dgm:t>
        <a:bodyPr/>
        <a:lstStyle/>
        <a:p>
          <a:endParaRPr lang="en-US"/>
        </a:p>
      </dgm:t>
    </dgm:pt>
    <dgm:pt modelId="{7FB615E3-E305-4D5A-8C54-9E54CF5E7A05}" type="sibTrans" cxnId="{8598E21E-D674-4C45-B551-511060D93094}">
      <dgm:prSet/>
      <dgm:spPr/>
      <dgm:t>
        <a:bodyPr/>
        <a:lstStyle/>
        <a:p>
          <a:endParaRPr lang="en-US"/>
        </a:p>
      </dgm:t>
    </dgm:pt>
    <dgm:pt modelId="{63595CFC-440F-406C-96FF-E2260D83A4C6}">
      <dgm:prSet/>
      <dgm:spPr/>
      <dgm:t>
        <a:bodyPr/>
        <a:lstStyle/>
        <a:p>
          <a:r>
            <a:rPr lang="en-AU"/>
            <a:t>Reviewing history and reverting changes</a:t>
          </a:r>
          <a:endParaRPr lang="en-US"/>
        </a:p>
      </dgm:t>
    </dgm:pt>
    <dgm:pt modelId="{B484E798-B9ED-4999-9B8D-A2FB9954F612}" type="parTrans" cxnId="{0ABC0EAF-8CB8-4021-B69C-29EC90A88E64}">
      <dgm:prSet/>
      <dgm:spPr/>
      <dgm:t>
        <a:bodyPr/>
        <a:lstStyle/>
        <a:p>
          <a:endParaRPr lang="en-US"/>
        </a:p>
      </dgm:t>
    </dgm:pt>
    <dgm:pt modelId="{2384C9E9-654C-4D07-AFE9-8CF0235823AC}" type="sibTrans" cxnId="{0ABC0EAF-8CB8-4021-B69C-29EC90A88E64}">
      <dgm:prSet/>
      <dgm:spPr/>
      <dgm:t>
        <a:bodyPr/>
        <a:lstStyle/>
        <a:p>
          <a:endParaRPr lang="en-US"/>
        </a:p>
      </dgm:t>
    </dgm:pt>
    <dgm:pt modelId="{4F7E6D6A-2B2E-455F-A58A-5E32D565CF53}">
      <dgm:prSet/>
      <dgm:spPr/>
      <dgm:t>
        <a:bodyPr/>
        <a:lstStyle/>
        <a:p>
          <a:r>
            <a:rPr lang="en-AU"/>
            <a:t>Clone a repository locally</a:t>
          </a:r>
          <a:endParaRPr lang="en-US"/>
        </a:p>
      </dgm:t>
    </dgm:pt>
    <dgm:pt modelId="{3B061BB2-423E-48D9-A99B-08A1E87890FD}" type="parTrans" cxnId="{E48710FD-B8F4-4135-B875-B011885CBA28}">
      <dgm:prSet/>
      <dgm:spPr/>
      <dgm:t>
        <a:bodyPr/>
        <a:lstStyle/>
        <a:p>
          <a:endParaRPr lang="en-US"/>
        </a:p>
      </dgm:t>
    </dgm:pt>
    <dgm:pt modelId="{032C803C-A9F7-4A97-BB73-46FF7CDEA248}" type="sibTrans" cxnId="{E48710FD-B8F4-4135-B875-B011885CBA28}">
      <dgm:prSet/>
      <dgm:spPr/>
      <dgm:t>
        <a:bodyPr/>
        <a:lstStyle/>
        <a:p>
          <a:endParaRPr lang="en-US"/>
        </a:p>
      </dgm:t>
    </dgm:pt>
    <dgm:pt modelId="{59A851EB-993D-4305-8177-50D78A1C2354}" type="pres">
      <dgm:prSet presAssocID="{77EFAD28-25F7-45B7-A26D-C3BDA7A94F40}" presName="root" presStyleCnt="0">
        <dgm:presLayoutVars>
          <dgm:dir/>
          <dgm:resizeHandles val="exact"/>
        </dgm:presLayoutVars>
      </dgm:prSet>
      <dgm:spPr/>
    </dgm:pt>
    <dgm:pt modelId="{FB8F1B82-1231-4742-A800-9CEDEF7588B0}" type="pres">
      <dgm:prSet presAssocID="{C63AD393-D7D4-4E60-A52A-1AC311D5D6A3}" presName="compNode" presStyleCnt="0"/>
      <dgm:spPr/>
    </dgm:pt>
    <dgm:pt modelId="{72F9D2BD-955C-4D7E-9A74-E74EDA30772A}" type="pres">
      <dgm:prSet presAssocID="{C63AD393-D7D4-4E60-A52A-1AC311D5D6A3}" presName="bgRect" presStyleLbl="bgShp" presStyleIdx="0" presStyleCnt="6"/>
      <dgm:spPr/>
    </dgm:pt>
    <dgm:pt modelId="{2A9853BD-ACC8-4EB7-A89B-A37AFDD53648}" type="pres">
      <dgm:prSet presAssocID="{C63AD393-D7D4-4E60-A52A-1AC311D5D6A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326B3F9F-C1DF-4815-BCF8-5A8D316D1FDB}" type="pres">
      <dgm:prSet presAssocID="{C63AD393-D7D4-4E60-A52A-1AC311D5D6A3}" presName="spaceRect" presStyleCnt="0"/>
      <dgm:spPr/>
    </dgm:pt>
    <dgm:pt modelId="{90ED8420-40A6-4FAE-AE91-89CFD16AE7D3}" type="pres">
      <dgm:prSet presAssocID="{C63AD393-D7D4-4E60-A52A-1AC311D5D6A3}" presName="parTx" presStyleLbl="revTx" presStyleIdx="0" presStyleCnt="6">
        <dgm:presLayoutVars>
          <dgm:chMax val="0"/>
          <dgm:chPref val="0"/>
        </dgm:presLayoutVars>
      </dgm:prSet>
      <dgm:spPr/>
    </dgm:pt>
    <dgm:pt modelId="{1EB85CC2-B4B3-4684-9B22-CE7F20ADC14F}" type="pres">
      <dgm:prSet presAssocID="{26E73714-5EFB-4D25-AB8E-6DA0DCCA0982}" presName="sibTrans" presStyleCnt="0"/>
      <dgm:spPr/>
    </dgm:pt>
    <dgm:pt modelId="{4B490414-9834-47F8-B17C-648016407A62}" type="pres">
      <dgm:prSet presAssocID="{B4624670-61CA-4D03-A9C5-B08C41B25334}" presName="compNode" presStyleCnt="0"/>
      <dgm:spPr/>
    </dgm:pt>
    <dgm:pt modelId="{161D9BB7-75CF-4542-9DE1-9A1FFDC7EE54}" type="pres">
      <dgm:prSet presAssocID="{B4624670-61CA-4D03-A9C5-B08C41B25334}" presName="bgRect" presStyleLbl="bgShp" presStyleIdx="1" presStyleCnt="6"/>
      <dgm:spPr/>
    </dgm:pt>
    <dgm:pt modelId="{86A81560-B587-400B-883D-416534C92356}" type="pres">
      <dgm:prSet presAssocID="{B4624670-61CA-4D03-A9C5-B08C41B2533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BA2FC218-72E7-43A2-93BA-2C1B1AA385DE}" type="pres">
      <dgm:prSet presAssocID="{B4624670-61CA-4D03-A9C5-B08C41B25334}" presName="spaceRect" presStyleCnt="0"/>
      <dgm:spPr/>
    </dgm:pt>
    <dgm:pt modelId="{32E47034-83B5-4566-920D-1138AE75C181}" type="pres">
      <dgm:prSet presAssocID="{B4624670-61CA-4D03-A9C5-B08C41B25334}" presName="parTx" presStyleLbl="revTx" presStyleIdx="1" presStyleCnt="6">
        <dgm:presLayoutVars>
          <dgm:chMax val="0"/>
          <dgm:chPref val="0"/>
        </dgm:presLayoutVars>
      </dgm:prSet>
      <dgm:spPr/>
    </dgm:pt>
    <dgm:pt modelId="{9B6BD0B4-C407-4704-94FE-DE7B018073E0}" type="pres">
      <dgm:prSet presAssocID="{A51553AD-B571-43C9-AAEB-6E3D2BA16426}" presName="sibTrans" presStyleCnt="0"/>
      <dgm:spPr/>
    </dgm:pt>
    <dgm:pt modelId="{EB11A570-0868-40A1-9E10-28002107F116}" type="pres">
      <dgm:prSet presAssocID="{E12E7238-BC57-4284-A05D-A919E592214A}" presName="compNode" presStyleCnt="0"/>
      <dgm:spPr/>
    </dgm:pt>
    <dgm:pt modelId="{CB302241-AE22-4755-B592-79A38D0C8704}" type="pres">
      <dgm:prSet presAssocID="{E12E7238-BC57-4284-A05D-A919E592214A}" presName="bgRect" presStyleLbl="bgShp" presStyleIdx="2" presStyleCnt="6"/>
      <dgm:spPr/>
    </dgm:pt>
    <dgm:pt modelId="{FE0EC893-ACF9-4F01-A6DB-B8F87756FBB6}" type="pres">
      <dgm:prSet presAssocID="{E12E7238-BC57-4284-A05D-A919E592214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peat"/>
        </a:ext>
      </dgm:extLst>
    </dgm:pt>
    <dgm:pt modelId="{846C2EAA-D480-4F35-8D4D-C871D980C113}" type="pres">
      <dgm:prSet presAssocID="{E12E7238-BC57-4284-A05D-A919E592214A}" presName="spaceRect" presStyleCnt="0"/>
      <dgm:spPr/>
    </dgm:pt>
    <dgm:pt modelId="{4F551340-14C2-4945-913F-B8E27359FFD9}" type="pres">
      <dgm:prSet presAssocID="{E12E7238-BC57-4284-A05D-A919E592214A}" presName="parTx" presStyleLbl="revTx" presStyleIdx="2" presStyleCnt="6">
        <dgm:presLayoutVars>
          <dgm:chMax val="0"/>
          <dgm:chPref val="0"/>
        </dgm:presLayoutVars>
      </dgm:prSet>
      <dgm:spPr/>
    </dgm:pt>
    <dgm:pt modelId="{C65FAF25-98E8-4121-B898-6BA37ABE3DF5}" type="pres">
      <dgm:prSet presAssocID="{5305EFB0-B1B3-4BAE-B311-C9199352CEEE}" presName="sibTrans" presStyleCnt="0"/>
      <dgm:spPr/>
    </dgm:pt>
    <dgm:pt modelId="{F77F81ED-3F34-412A-B10C-5782D70BEE76}" type="pres">
      <dgm:prSet presAssocID="{ECB72567-02AA-438B-9A7A-544EBA0475F4}" presName="compNode" presStyleCnt="0"/>
      <dgm:spPr/>
    </dgm:pt>
    <dgm:pt modelId="{E473AE6F-D2D4-48B9-9CA4-74C85C290810}" type="pres">
      <dgm:prSet presAssocID="{ECB72567-02AA-438B-9A7A-544EBA0475F4}" presName="bgRect" presStyleLbl="bgShp" presStyleIdx="3" presStyleCnt="6"/>
      <dgm:spPr/>
    </dgm:pt>
    <dgm:pt modelId="{E3CB1132-483F-43AE-A706-FC670E8FA008}" type="pres">
      <dgm:prSet presAssocID="{ECB72567-02AA-438B-9A7A-544EBA0475F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hredder"/>
        </a:ext>
      </dgm:extLst>
    </dgm:pt>
    <dgm:pt modelId="{32953354-2E9F-4A66-AA4E-218E2785625B}" type="pres">
      <dgm:prSet presAssocID="{ECB72567-02AA-438B-9A7A-544EBA0475F4}" presName="spaceRect" presStyleCnt="0"/>
      <dgm:spPr/>
    </dgm:pt>
    <dgm:pt modelId="{3D02B770-40F3-4F31-A678-3752EAF4DA45}" type="pres">
      <dgm:prSet presAssocID="{ECB72567-02AA-438B-9A7A-544EBA0475F4}" presName="parTx" presStyleLbl="revTx" presStyleIdx="3" presStyleCnt="6">
        <dgm:presLayoutVars>
          <dgm:chMax val="0"/>
          <dgm:chPref val="0"/>
        </dgm:presLayoutVars>
      </dgm:prSet>
      <dgm:spPr/>
    </dgm:pt>
    <dgm:pt modelId="{83E8A0A2-5C69-410E-B92F-7E65C22BACF8}" type="pres">
      <dgm:prSet presAssocID="{7FB615E3-E305-4D5A-8C54-9E54CF5E7A05}" presName="sibTrans" presStyleCnt="0"/>
      <dgm:spPr/>
    </dgm:pt>
    <dgm:pt modelId="{358B8C8D-6AEB-4B4D-9D02-ED0D9C9FB257}" type="pres">
      <dgm:prSet presAssocID="{63595CFC-440F-406C-96FF-E2260D83A4C6}" presName="compNode" presStyleCnt="0"/>
      <dgm:spPr/>
    </dgm:pt>
    <dgm:pt modelId="{89C1A167-6523-4721-83AC-4E00B546E426}" type="pres">
      <dgm:prSet presAssocID="{63595CFC-440F-406C-96FF-E2260D83A4C6}" presName="bgRect" presStyleLbl="bgShp" presStyleIdx="4" presStyleCnt="6"/>
      <dgm:spPr/>
    </dgm:pt>
    <dgm:pt modelId="{1889669F-7AE3-4246-9254-854283758441}" type="pres">
      <dgm:prSet presAssocID="{63595CFC-440F-406C-96FF-E2260D83A4C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48817E69-2B6A-4E72-8AE0-66789D6E2668}" type="pres">
      <dgm:prSet presAssocID="{63595CFC-440F-406C-96FF-E2260D83A4C6}" presName="spaceRect" presStyleCnt="0"/>
      <dgm:spPr/>
    </dgm:pt>
    <dgm:pt modelId="{3D704F97-0DBE-4174-A4EB-24C7645AAD51}" type="pres">
      <dgm:prSet presAssocID="{63595CFC-440F-406C-96FF-E2260D83A4C6}" presName="parTx" presStyleLbl="revTx" presStyleIdx="4" presStyleCnt="6">
        <dgm:presLayoutVars>
          <dgm:chMax val="0"/>
          <dgm:chPref val="0"/>
        </dgm:presLayoutVars>
      </dgm:prSet>
      <dgm:spPr/>
    </dgm:pt>
    <dgm:pt modelId="{DBB44E88-A024-4FAE-8F94-434C35BAB96A}" type="pres">
      <dgm:prSet presAssocID="{2384C9E9-654C-4D07-AFE9-8CF0235823AC}" presName="sibTrans" presStyleCnt="0"/>
      <dgm:spPr/>
    </dgm:pt>
    <dgm:pt modelId="{26CEE8DB-6B46-441F-BF12-3C7B572849AA}" type="pres">
      <dgm:prSet presAssocID="{4F7E6D6A-2B2E-455F-A58A-5E32D565CF53}" presName="compNode" presStyleCnt="0"/>
      <dgm:spPr/>
    </dgm:pt>
    <dgm:pt modelId="{2E35A85B-3DDF-444A-BD77-24FCC787449F}" type="pres">
      <dgm:prSet presAssocID="{4F7E6D6A-2B2E-455F-A58A-5E32D565CF53}" presName="bgRect" presStyleLbl="bgShp" presStyleIdx="5" presStyleCnt="6"/>
      <dgm:spPr/>
    </dgm:pt>
    <dgm:pt modelId="{5C52060B-E584-4555-BF9A-550786F3B28D}" type="pres">
      <dgm:prSet presAssocID="{4F7E6D6A-2B2E-455F-A58A-5E32D565CF5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Open Folder"/>
        </a:ext>
      </dgm:extLst>
    </dgm:pt>
    <dgm:pt modelId="{D452982B-6EDC-42B0-8692-7366D03A7751}" type="pres">
      <dgm:prSet presAssocID="{4F7E6D6A-2B2E-455F-A58A-5E32D565CF53}" presName="spaceRect" presStyleCnt="0"/>
      <dgm:spPr/>
    </dgm:pt>
    <dgm:pt modelId="{69F53EAA-7843-4A63-9EF0-A27247E7036B}" type="pres">
      <dgm:prSet presAssocID="{4F7E6D6A-2B2E-455F-A58A-5E32D565CF53}" presName="parTx" presStyleLbl="revTx" presStyleIdx="5" presStyleCnt="6">
        <dgm:presLayoutVars>
          <dgm:chMax val="0"/>
          <dgm:chPref val="0"/>
        </dgm:presLayoutVars>
      </dgm:prSet>
      <dgm:spPr/>
    </dgm:pt>
  </dgm:ptLst>
  <dgm:cxnLst>
    <dgm:cxn modelId="{3FB6DE14-195B-4BF2-A48D-8B00692DCF88}" type="presOf" srcId="{4F7E6D6A-2B2E-455F-A58A-5E32D565CF53}" destId="{69F53EAA-7843-4A63-9EF0-A27247E7036B}" srcOrd="0" destOrd="0" presId="urn:microsoft.com/office/officeart/2018/2/layout/IconVerticalSolidList"/>
    <dgm:cxn modelId="{8598E21E-D674-4C45-B551-511060D93094}" srcId="{77EFAD28-25F7-45B7-A26D-C3BDA7A94F40}" destId="{ECB72567-02AA-438B-9A7A-544EBA0475F4}" srcOrd="3" destOrd="0" parTransId="{0C506973-BF35-4771-876E-368527FDD483}" sibTransId="{7FB615E3-E305-4D5A-8C54-9E54CF5E7A05}"/>
    <dgm:cxn modelId="{2C6DB96B-542E-4F40-82EB-D4A0D77A4B80}" type="presOf" srcId="{63595CFC-440F-406C-96FF-E2260D83A4C6}" destId="{3D704F97-0DBE-4174-A4EB-24C7645AAD51}" srcOrd="0" destOrd="0" presId="urn:microsoft.com/office/officeart/2018/2/layout/IconVerticalSolidList"/>
    <dgm:cxn modelId="{FE7C8D4E-7BE6-4A00-8E20-068972DD5275}" srcId="{77EFAD28-25F7-45B7-A26D-C3BDA7A94F40}" destId="{B4624670-61CA-4D03-A9C5-B08C41B25334}" srcOrd="1" destOrd="0" parTransId="{117E4DFF-EAF5-4468-9C79-C652303F3AB3}" sibTransId="{A51553AD-B571-43C9-AAEB-6E3D2BA16426}"/>
    <dgm:cxn modelId="{E53EC17B-2C7B-4D9B-A031-1490B8E954B4}" type="presOf" srcId="{E12E7238-BC57-4284-A05D-A919E592214A}" destId="{4F551340-14C2-4945-913F-B8E27359FFD9}" srcOrd="0" destOrd="0" presId="urn:microsoft.com/office/officeart/2018/2/layout/IconVerticalSolidList"/>
    <dgm:cxn modelId="{CA5CE97B-BD80-488B-BEDC-459D1FE7717B}" type="presOf" srcId="{ECB72567-02AA-438B-9A7A-544EBA0475F4}" destId="{3D02B770-40F3-4F31-A678-3752EAF4DA45}" srcOrd="0" destOrd="0" presId="urn:microsoft.com/office/officeart/2018/2/layout/IconVerticalSolidList"/>
    <dgm:cxn modelId="{98196999-72E3-49F9-A3AA-C095AF405BEC}" srcId="{77EFAD28-25F7-45B7-A26D-C3BDA7A94F40}" destId="{C63AD393-D7D4-4E60-A52A-1AC311D5D6A3}" srcOrd="0" destOrd="0" parTransId="{4FD749D8-04A8-4331-9EEB-C22F4CE671F2}" sibTransId="{26E73714-5EFB-4D25-AB8E-6DA0DCCA0982}"/>
    <dgm:cxn modelId="{8147CB9F-266A-45A9-B5DE-86ABE182F632}" type="presOf" srcId="{B4624670-61CA-4D03-A9C5-B08C41B25334}" destId="{32E47034-83B5-4566-920D-1138AE75C181}" srcOrd="0" destOrd="0" presId="urn:microsoft.com/office/officeart/2018/2/layout/IconVerticalSolidList"/>
    <dgm:cxn modelId="{62900BAB-C813-4A21-A3C1-830808B6AF98}" type="presOf" srcId="{77EFAD28-25F7-45B7-A26D-C3BDA7A94F40}" destId="{59A851EB-993D-4305-8177-50D78A1C2354}" srcOrd="0" destOrd="0" presId="urn:microsoft.com/office/officeart/2018/2/layout/IconVerticalSolidList"/>
    <dgm:cxn modelId="{E9806CAD-45B5-4094-BA18-85CC2BA26CE9}" type="presOf" srcId="{C63AD393-D7D4-4E60-A52A-1AC311D5D6A3}" destId="{90ED8420-40A6-4FAE-AE91-89CFD16AE7D3}" srcOrd="0" destOrd="0" presId="urn:microsoft.com/office/officeart/2018/2/layout/IconVerticalSolidList"/>
    <dgm:cxn modelId="{0ABC0EAF-8CB8-4021-B69C-29EC90A88E64}" srcId="{77EFAD28-25F7-45B7-A26D-C3BDA7A94F40}" destId="{63595CFC-440F-406C-96FF-E2260D83A4C6}" srcOrd="4" destOrd="0" parTransId="{B484E798-B9ED-4999-9B8D-A2FB9954F612}" sibTransId="{2384C9E9-654C-4D07-AFE9-8CF0235823AC}"/>
    <dgm:cxn modelId="{74B194F5-4F43-4168-9A72-BAEB145F4EC9}" srcId="{77EFAD28-25F7-45B7-A26D-C3BDA7A94F40}" destId="{E12E7238-BC57-4284-A05D-A919E592214A}" srcOrd="2" destOrd="0" parTransId="{8E59FF1A-17F4-4402-BB32-27B6CE8FADD0}" sibTransId="{5305EFB0-B1B3-4BAE-B311-C9199352CEEE}"/>
    <dgm:cxn modelId="{E48710FD-B8F4-4135-B875-B011885CBA28}" srcId="{77EFAD28-25F7-45B7-A26D-C3BDA7A94F40}" destId="{4F7E6D6A-2B2E-455F-A58A-5E32D565CF53}" srcOrd="5" destOrd="0" parTransId="{3B061BB2-423E-48D9-A99B-08A1E87890FD}" sibTransId="{032C803C-A9F7-4A97-BB73-46FF7CDEA248}"/>
    <dgm:cxn modelId="{46C2164C-9361-41E9-8BB4-357A309EF244}" type="presParOf" srcId="{59A851EB-993D-4305-8177-50D78A1C2354}" destId="{FB8F1B82-1231-4742-A800-9CEDEF7588B0}" srcOrd="0" destOrd="0" presId="urn:microsoft.com/office/officeart/2018/2/layout/IconVerticalSolidList"/>
    <dgm:cxn modelId="{D25518D4-2302-4129-8E78-A2D1B4673E09}" type="presParOf" srcId="{FB8F1B82-1231-4742-A800-9CEDEF7588B0}" destId="{72F9D2BD-955C-4D7E-9A74-E74EDA30772A}" srcOrd="0" destOrd="0" presId="urn:microsoft.com/office/officeart/2018/2/layout/IconVerticalSolidList"/>
    <dgm:cxn modelId="{8E910AFB-D702-4A91-8660-20901EAD416F}" type="presParOf" srcId="{FB8F1B82-1231-4742-A800-9CEDEF7588B0}" destId="{2A9853BD-ACC8-4EB7-A89B-A37AFDD53648}" srcOrd="1" destOrd="0" presId="urn:microsoft.com/office/officeart/2018/2/layout/IconVerticalSolidList"/>
    <dgm:cxn modelId="{B1398CC2-F6CD-4DA1-B09F-487FAF367242}" type="presParOf" srcId="{FB8F1B82-1231-4742-A800-9CEDEF7588B0}" destId="{326B3F9F-C1DF-4815-BCF8-5A8D316D1FDB}" srcOrd="2" destOrd="0" presId="urn:microsoft.com/office/officeart/2018/2/layout/IconVerticalSolidList"/>
    <dgm:cxn modelId="{7D9603D8-D33E-4A8C-9134-FD25BB1B3449}" type="presParOf" srcId="{FB8F1B82-1231-4742-A800-9CEDEF7588B0}" destId="{90ED8420-40A6-4FAE-AE91-89CFD16AE7D3}" srcOrd="3" destOrd="0" presId="urn:microsoft.com/office/officeart/2018/2/layout/IconVerticalSolidList"/>
    <dgm:cxn modelId="{B570D15B-5F80-42ED-ACB7-6D9D7253A33A}" type="presParOf" srcId="{59A851EB-993D-4305-8177-50D78A1C2354}" destId="{1EB85CC2-B4B3-4684-9B22-CE7F20ADC14F}" srcOrd="1" destOrd="0" presId="urn:microsoft.com/office/officeart/2018/2/layout/IconVerticalSolidList"/>
    <dgm:cxn modelId="{74A68613-D615-4B32-92B0-2E7A14F09C0D}" type="presParOf" srcId="{59A851EB-993D-4305-8177-50D78A1C2354}" destId="{4B490414-9834-47F8-B17C-648016407A62}" srcOrd="2" destOrd="0" presId="urn:microsoft.com/office/officeart/2018/2/layout/IconVerticalSolidList"/>
    <dgm:cxn modelId="{B66E3078-0687-46B8-B15B-9D1F39DE8D86}" type="presParOf" srcId="{4B490414-9834-47F8-B17C-648016407A62}" destId="{161D9BB7-75CF-4542-9DE1-9A1FFDC7EE54}" srcOrd="0" destOrd="0" presId="urn:microsoft.com/office/officeart/2018/2/layout/IconVerticalSolidList"/>
    <dgm:cxn modelId="{293A4FF5-43E7-4FCD-8E2A-B1118B26A6C1}" type="presParOf" srcId="{4B490414-9834-47F8-B17C-648016407A62}" destId="{86A81560-B587-400B-883D-416534C92356}" srcOrd="1" destOrd="0" presId="urn:microsoft.com/office/officeart/2018/2/layout/IconVerticalSolidList"/>
    <dgm:cxn modelId="{F5FD43CC-0091-4681-B010-D73AD41596AE}" type="presParOf" srcId="{4B490414-9834-47F8-B17C-648016407A62}" destId="{BA2FC218-72E7-43A2-93BA-2C1B1AA385DE}" srcOrd="2" destOrd="0" presId="urn:microsoft.com/office/officeart/2018/2/layout/IconVerticalSolidList"/>
    <dgm:cxn modelId="{B2F52EF8-13F2-439C-A256-3340692989E6}" type="presParOf" srcId="{4B490414-9834-47F8-B17C-648016407A62}" destId="{32E47034-83B5-4566-920D-1138AE75C181}" srcOrd="3" destOrd="0" presId="urn:microsoft.com/office/officeart/2018/2/layout/IconVerticalSolidList"/>
    <dgm:cxn modelId="{D6007EB7-68C1-4063-AD94-A06CBA88D347}" type="presParOf" srcId="{59A851EB-993D-4305-8177-50D78A1C2354}" destId="{9B6BD0B4-C407-4704-94FE-DE7B018073E0}" srcOrd="3" destOrd="0" presId="urn:microsoft.com/office/officeart/2018/2/layout/IconVerticalSolidList"/>
    <dgm:cxn modelId="{217A94C0-452E-43AF-9A82-8D574F2EEB69}" type="presParOf" srcId="{59A851EB-993D-4305-8177-50D78A1C2354}" destId="{EB11A570-0868-40A1-9E10-28002107F116}" srcOrd="4" destOrd="0" presId="urn:microsoft.com/office/officeart/2018/2/layout/IconVerticalSolidList"/>
    <dgm:cxn modelId="{4C1252B8-02C3-4EC3-88E4-066793D57372}" type="presParOf" srcId="{EB11A570-0868-40A1-9E10-28002107F116}" destId="{CB302241-AE22-4755-B592-79A38D0C8704}" srcOrd="0" destOrd="0" presId="urn:microsoft.com/office/officeart/2018/2/layout/IconVerticalSolidList"/>
    <dgm:cxn modelId="{D7DAC7B8-EEA1-4C85-858C-ADA614D376F3}" type="presParOf" srcId="{EB11A570-0868-40A1-9E10-28002107F116}" destId="{FE0EC893-ACF9-4F01-A6DB-B8F87756FBB6}" srcOrd="1" destOrd="0" presId="urn:microsoft.com/office/officeart/2018/2/layout/IconVerticalSolidList"/>
    <dgm:cxn modelId="{91734509-B964-4FF1-902E-826FB9890AEB}" type="presParOf" srcId="{EB11A570-0868-40A1-9E10-28002107F116}" destId="{846C2EAA-D480-4F35-8D4D-C871D980C113}" srcOrd="2" destOrd="0" presId="urn:microsoft.com/office/officeart/2018/2/layout/IconVerticalSolidList"/>
    <dgm:cxn modelId="{BED86732-5901-47EB-815D-BF78043A9385}" type="presParOf" srcId="{EB11A570-0868-40A1-9E10-28002107F116}" destId="{4F551340-14C2-4945-913F-B8E27359FFD9}" srcOrd="3" destOrd="0" presId="urn:microsoft.com/office/officeart/2018/2/layout/IconVerticalSolidList"/>
    <dgm:cxn modelId="{94166CB1-3A9E-4BF7-9C6E-A0FEB01009B9}" type="presParOf" srcId="{59A851EB-993D-4305-8177-50D78A1C2354}" destId="{C65FAF25-98E8-4121-B898-6BA37ABE3DF5}" srcOrd="5" destOrd="0" presId="urn:microsoft.com/office/officeart/2018/2/layout/IconVerticalSolidList"/>
    <dgm:cxn modelId="{8DB99772-150D-4314-BAB4-BF438FB9EEA0}" type="presParOf" srcId="{59A851EB-993D-4305-8177-50D78A1C2354}" destId="{F77F81ED-3F34-412A-B10C-5782D70BEE76}" srcOrd="6" destOrd="0" presId="urn:microsoft.com/office/officeart/2018/2/layout/IconVerticalSolidList"/>
    <dgm:cxn modelId="{E5D23E66-201C-45D7-BA2D-0169233474BD}" type="presParOf" srcId="{F77F81ED-3F34-412A-B10C-5782D70BEE76}" destId="{E473AE6F-D2D4-48B9-9CA4-74C85C290810}" srcOrd="0" destOrd="0" presId="urn:microsoft.com/office/officeart/2018/2/layout/IconVerticalSolidList"/>
    <dgm:cxn modelId="{5B7FB58A-4499-47C6-A6BA-395C779D0C92}" type="presParOf" srcId="{F77F81ED-3F34-412A-B10C-5782D70BEE76}" destId="{E3CB1132-483F-43AE-A706-FC670E8FA008}" srcOrd="1" destOrd="0" presId="urn:microsoft.com/office/officeart/2018/2/layout/IconVerticalSolidList"/>
    <dgm:cxn modelId="{F6AF8A68-50E1-4B64-A7BA-BE736A69FAA6}" type="presParOf" srcId="{F77F81ED-3F34-412A-B10C-5782D70BEE76}" destId="{32953354-2E9F-4A66-AA4E-218E2785625B}" srcOrd="2" destOrd="0" presId="urn:microsoft.com/office/officeart/2018/2/layout/IconVerticalSolidList"/>
    <dgm:cxn modelId="{E5AB8B94-5730-4DB2-9A8C-5340DBC3D3CE}" type="presParOf" srcId="{F77F81ED-3F34-412A-B10C-5782D70BEE76}" destId="{3D02B770-40F3-4F31-A678-3752EAF4DA45}" srcOrd="3" destOrd="0" presId="urn:microsoft.com/office/officeart/2018/2/layout/IconVerticalSolidList"/>
    <dgm:cxn modelId="{B2A2B355-327A-428A-914B-1CBF6157E35D}" type="presParOf" srcId="{59A851EB-993D-4305-8177-50D78A1C2354}" destId="{83E8A0A2-5C69-410E-B92F-7E65C22BACF8}" srcOrd="7" destOrd="0" presId="urn:microsoft.com/office/officeart/2018/2/layout/IconVerticalSolidList"/>
    <dgm:cxn modelId="{CBB3A89B-2CA7-4204-A6E1-F17664BA2D95}" type="presParOf" srcId="{59A851EB-993D-4305-8177-50D78A1C2354}" destId="{358B8C8D-6AEB-4B4D-9D02-ED0D9C9FB257}" srcOrd="8" destOrd="0" presId="urn:microsoft.com/office/officeart/2018/2/layout/IconVerticalSolidList"/>
    <dgm:cxn modelId="{FB53CC60-73AD-4593-98AF-86029DF91E78}" type="presParOf" srcId="{358B8C8D-6AEB-4B4D-9D02-ED0D9C9FB257}" destId="{89C1A167-6523-4721-83AC-4E00B546E426}" srcOrd="0" destOrd="0" presId="urn:microsoft.com/office/officeart/2018/2/layout/IconVerticalSolidList"/>
    <dgm:cxn modelId="{B2B8F85C-2C1D-49DC-8DE7-01C4C6C0D293}" type="presParOf" srcId="{358B8C8D-6AEB-4B4D-9D02-ED0D9C9FB257}" destId="{1889669F-7AE3-4246-9254-854283758441}" srcOrd="1" destOrd="0" presId="urn:microsoft.com/office/officeart/2018/2/layout/IconVerticalSolidList"/>
    <dgm:cxn modelId="{320940C4-10FE-4A18-9F87-720C5EC085D5}" type="presParOf" srcId="{358B8C8D-6AEB-4B4D-9D02-ED0D9C9FB257}" destId="{48817E69-2B6A-4E72-8AE0-66789D6E2668}" srcOrd="2" destOrd="0" presId="urn:microsoft.com/office/officeart/2018/2/layout/IconVerticalSolidList"/>
    <dgm:cxn modelId="{13764805-E672-43A7-925F-FF1608D5D00A}" type="presParOf" srcId="{358B8C8D-6AEB-4B4D-9D02-ED0D9C9FB257}" destId="{3D704F97-0DBE-4174-A4EB-24C7645AAD51}" srcOrd="3" destOrd="0" presId="urn:microsoft.com/office/officeart/2018/2/layout/IconVerticalSolidList"/>
    <dgm:cxn modelId="{FD51EB78-8DA0-4223-A50E-012A92AB7E26}" type="presParOf" srcId="{59A851EB-993D-4305-8177-50D78A1C2354}" destId="{DBB44E88-A024-4FAE-8F94-434C35BAB96A}" srcOrd="9" destOrd="0" presId="urn:microsoft.com/office/officeart/2018/2/layout/IconVerticalSolidList"/>
    <dgm:cxn modelId="{26B9E39D-4A0F-4A48-BD46-BE72739FB019}" type="presParOf" srcId="{59A851EB-993D-4305-8177-50D78A1C2354}" destId="{26CEE8DB-6B46-441F-BF12-3C7B572849AA}" srcOrd="10" destOrd="0" presId="urn:microsoft.com/office/officeart/2018/2/layout/IconVerticalSolidList"/>
    <dgm:cxn modelId="{E7E1E8F7-AECB-411C-A25C-142F8CF0F72D}" type="presParOf" srcId="{26CEE8DB-6B46-441F-BF12-3C7B572849AA}" destId="{2E35A85B-3DDF-444A-BD77-24FCC787449F}" srcOrd="0" destOrd="0" presId="urn:microsoft.com/office/officeart/2018/2/layout/IconVerticalSolidList"/>
    <dgm:cxn modelId="{93438EAF-E8B5-4E6C-97BE-C6C73E8F59A2}" type="presParOf" srcId="{26CEE8DB-6B46-441F-BF12-3C7B572849AA}" destId="{5C52060B-E584-4555-BF9A-550786F3B28D}" srcOrd="1" destOrd="0" presId="urn:microsoft.com/office/officeart/2018/2/layout/IconVerticalSolidList"/>
    <dgm:cxn modelId="{D61CA869-DAA1-4BDC-ACF8-5B3D2B82953C}" type="presParOf" srcId="{26CEE8DB-6B46-441F-BF12-3C7B572849AA}" destId="{D452982B-6EDC-42B0-8692-7366D03A7751}" srcOrd="2" destOrd="0" presId="urn:microsoft.com/office/officeart/2018/2/layout/IconVerticalSolidList"/>
    <dgm:cxn modelId="{C4CF7479-4F44-41AD-AEB5-2FC4DE7E16C6}" type="presParOf" srcId="{26CEE8DB-6B46-441F-BF12-3C7B572849AA}" destId="{69F53EAA-7843-4A63-9EF0-A27247E7036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C700D2-3D20-45D2-9BCA-94ECA55F428D}">
      <dsp:nvSpPr>
        <dsp:cNvPr id="0" name=""/>
        <dsp:cNvSpPr/>
      </dsp:nvSpPr>
      <dsp:spPr>
        <a:xfrm>
          <a:off x="0" y="495"/>
          <a:ext cx="10353761" cy="1159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A7D5EF-0BBC-42EA-AB3E-38629AD40466}">
      <dsp:nvSpPr>
        <dsp:cNvPr id="0" name=""/>
        <dsp:cNvSpPr/>
      </dsp:nvSpPr>
      <dsp:spPr>
        <a:xfrm>
          <a:off x="350706" y="261351"/>
          <a:ext cx="637648" cy="6376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D9A473-4262-4432-B9CB-6F502E6636F3}">
      <dsp:nvSpPr>
        <dsp:cNvPr id="0" name=""/>
        <dsp:cNvSpPr/>
      </dsp:nvSpPr>
      <dsp:spPr>
        <a:xfrm>
          <a:off x="1339060" y="495"/>
          <a:ext cx="9014701" cy="1159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99" tIns="122699" rIns="122699" bIns="122699" numCol="1" spcCol="1270" anchor="ctr" anchorCtr="0">
          <a:noAutofit/>
        </a:bodyPr>
        <a:lstStyle/>
        <a:p>
          <a:pPr marL="0" lvl="0" indent="0" algn="l" defTabSz="889000">
            <a:lnSpc>
              <a:spcPct val="100000"/>
            </a:lnSpc>
            <a:spcBef>
              <a:spcPct val="0"/>
            </a:spcBef>
            <a:spcAft>
              <a:spcPct val="35000"/>
            </a:spcAft>
            <a:buNone/>
          </a:pPr>
          <a:r>
            <a:rPr lang="en-US" sz="2000" kern="1200">
              <a:solidFill>
                <a:schemeClr val="bg1"/>
              </a:solidFill>
            </a:rPr>
            <a:t>Version control, also known as source control, is a system that tracks and manages changes to files over time. </a:t>
          </a:r>
        </a:p>
      </dsp:txBody>
      <dsp:txXfrm>
        <a:off x="1339060" y="495"/>
        <a:ext cx="9014701" cy="1159360"/>
      </dsp:txXfrm>
    </dsp:sp>
    <dsp:sp modelId="{D22FE62F-A8B2-44AF-ACC2-BA1F1836709C}">
      <dsp:nvSpPr>
        <dsp:cNvPr id="0" name=""/>
        <dsp:cNvSpPr/>
      </dsp:nvSpPr>
      <dsp:spPr>
        <a:xfrm>
          <a:off x="0" y="1449695"/>
          <a:ext cx="10353761" cy="1159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E1727C-36F9-4CBB-8DF0-57DDF9F24E8E}">
      <dsp:nvSpPr>
        <dsp:cNvPr id="0" name=""/>
        <dsp:cNvSpPr/>
      </dsp:nvSpPr>
      <dsp:spPr>
        <a:xfrm>
          <a:off x="350706" y="1710551"/>
          <a:ext cx="637648" cy="6376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57AFB1-CBFF-4633-B209-4C6AD80A07A6}">
      <dsp:nvSpPr>
        <dsp:cNvPr id="0" name=""/>
        <dsp:cNvSpPr/>
      </dsp:nvSpPr>
      <dsp:spPr>
        <a:xfrm>
          <a:off x="1339060" y="1449695"/>
          <a:ext cx="9014701" cy="1159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99" tIns="122699" rIns="122699" bIns="122699" numCol="1" spcCol="1270" anchor="ctr" anchorCtr="0">
          <a:noAutofit/>
        </a:bodyPr>
        <a:lstStyle/>
        <a:p>
          <a:pPr marL="0" lvl="0" indent="0" algn="l" defTabSz="889000">
            <a:lnSpc>
              <a:spcPct val="100000"/>
            </a:lnSpc>
            <a:spcBef>
              <a:spcPct val="0"/>
            </a:spcBef>
            <a:spcAft>
              <a:spcPct val="35000"/>
            </a:spcAft>
            <a:buNone/>
          </a:pPr>
          <a:r>
            <a:rPr lang="en-US" sz="2000" kern="1200">
              <a:solidFill>
                <a:schemeClr val="bg1"/>
              </a:solidFill>
            </a:rPr>
            <a:t>It is an essential tool in software development, enabling teams to collaborate, maintain a history of changes, and ensure code integrity. </a:t>
          </a:r>
        </a:p>
      </dsp:txBody>
      <dsp:txXfrm>
        <a:off x="1339060" y="1449695"/>
        <a:ext cx="9014701" cy="1159360"/>
      </dsp:txXfrm>
    </dsp:sp>
    <dsp:sp modelId="{C192A5BA-86FA-4407-9F21-1756F1F472E1}">
      <dsp:nvSpPr>
        <dsp:cNvPr id="0" name=""/>
        <dsp:cNvSpPr/>
      </dsp:nvSpPr>
      <dsp:spPr>
        <a:xfrm>
          <a:off x="0" y="2898895"/>
          <a:ext cx="10353761" cy="1159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4D7F20-64D9-4E86-BD7E-C25B5F7377DF}">
      <dsp:nvSpPr>
        <dsp:cNvPr id="0" name=""/>
        <dsp:cNvSpPr/>
      </dsp:nvSpPr>
      <dsp:spPr>
        <a:xfrm>
          <a:off x="350706" y="3159751"/>
          <a:ext cx="637648" cy="6376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43D5B5-8D65-4D8A-878D-229D43702C30}">
      <dsp:nvSpPr>
        <dsp:cNvPr id="0" name=""/>
        <dsp:cNvSpPr/>
      </dsp:nvSpPr>
      <dsp:spPr>
        <a:xfrm>
          <a:off x="1339060" y="2898895"/>
          <a:ext cx="9014701" cy="1159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99" tIns="122699" rIns="122699" bIns="122699" numCol="1" spcCol="1270" anchor="ctr" anchorCtr="0">
          <a:noAutofit/>
        </a:bodyPr>
        <a:lstStyle/>
        <a:p>
          <a:pPr marL="0" lvl="0" indent="0" algn="l" defTabSz="889000">
            <a:lnSpc>
              <a:spcPct val="100000"/>
            </a:lnSpc>
            <a:spcBef>
              <a:spcPct val="0"/>
            </a:spcBef>
            <a:spcAft>
              <a:spcPct val="35000"/>
            </a:spcAft>
            <a:buNone/>
          </a:pPr>
          <a:r>
            <a:rPr lang="en-US" sz="2000" kern="1200">
              <a:solidFill>
                <a:schemeClr val="bg1"/>
              </a:solidFill>
            </a:rPr>
            <a:t>Developers can work on the same project simultaneously without conflicts, revert to previous versions, and experiment with new features in isolated environments.</a:t>
          </a:r>
        </a:p>
      </dsp:txBody>
      <dsp:txXfrm>
        <a:off x="1339060" y="2898895"/>
        <a:ext cx="9014701" cy="1159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E5A5EE-770F-4CA2-8A87-9806595FDC8A}">
      <dsp:nvSpPr>
        <dsp:cNvPr id="0" name=""/>
        <dsp:cNvSpPr/>
      </dsp:nvSpPr>
      <dsp:spPr>
        <a:xfrm>
          <a:off x="0" y="2957136"/>
          <a:ext cx="6266011" cy="1940201"/>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rPr>
            <a:t>Repositories – (or Repos) are a central hub where all your work is stored.</a:t>
          </a:r>
        </a:p>
      </dsp:txBody>
      <dsp:txXfrm>
        <a:off x="0" y="2957136"/>
        <a:ext cx="6266011" cy="1047708"/>
      </dsp:txXfrm>
    </dsp:sp>
    <dsp:sp modelId="{2B0F01C9-8B20-4EDA-94BC-9F839F1836A8}">
      <dsp:nvSpPr>
        <dsp:cNvPr id="0" name=""/>
        <dsp:cNvSpPr/>
      </dsp:nvSpPr>
      <dsp:spPr>
        <a:xfrm>
          <a:off x="0" y="3966040"/>
          <a:ext cx="3133005" cy="892492"/>
        </a:xfrm>
        <a:prstGeom prst="rect">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a:t>Local – Your computer, where you work on your project and changes.</a:t>
          </a:r>
        </a:p>
      </dsp:txBody>
      <dsp:txXfrm>
        <a:off x="0" y="3966040"/>
        <a:ext cx="3133005" cy="892492"/>
      </dsp:txXfrm>
    </dsp:sp>
    <dsp:sp modelId="{39536BFC-A16E-4AE5-8C53-8F37DB63A4CA}">
      <dsp:nvSpPr>
        <dsp:cNvPr id="0" name=""/>
        <dsp:cNvSpPr/>
      </dsp:nvSpPr>
      <dsp:spPr>
        <a:xfrm>
          <a:off x="3133005" y="3966040"/>
          <a:ext cx="3133005" cy="892492"/>
        </a:xfrm>
        <a:prstGeom prst="rect">
          <a:avLst/>
        </a:prstGeom>
        <a:solidFill>
          <a:schemeClr val="accent2">
            <a:tint val="40000"/>
            <a:alpha val="90000"/>
            <a:hueOff val="-957465"/>
            <a:satOff val="-11655"/>
            <a:lumOff val="-2511"/>
            <a:alphaOff val="0"/>
          </a:schemeClr>
        </a:solidFill>
        <a:ln w="9525" cap="rnd" cmpd="sng" algn="ctr">
          <a:solidFill>
            <a:schemeClr val="accent2">
              <a:tint val="40000"/>
              <a:alpha val="90000"/>
              <a:hueOff val="-957465"/>
              <a:satOff val="-11655"/>
              <a:lumOff val="-251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a:t>Remote – A remote server that stores all changes made by everyone</a:t>
          </a:r>
        </a:p>
      </dsp:txBody>
      <dsp:txXfrm>
        <a:off x="3133005" y="3966040"/>
        <a:ext cx="3133005" cy="892492"/>
      </dsp:txXfrm>
    </dsp:sp>
    <dsp:sp modelId="{9B00A27C-E5E0-4905-9375-97291CC510BD}">
      <dsp:nvSpPr>
        <dsp:cNvPr id="0" name=""/>
        <dsp:cNvSpPr/>
      </dsp:nvSpPr>
      <dsp:spPr>
        <a:xfrm rot="10800000">
          <a:off x="0" y="2209"/>
          <a:ext cx="6266011" cy="2984029"/>
        </a:xfrm>
        <a:prstGeom prst="upArrowCallout">
          <a:avLst/>
        </a:prstGeom>
        <a:gradFill rotWithShape="0">
          <a:gsLst>
            <a:gs pos="0">
              <a:schemeClr val="accent2">
                <a:hueOff val="-710059"/>
                <a:satOff val="-5868"/>
                <a:lumOff val="-12549"/>
                <a:alphaOff val="0"/>
                <a:tint val="96000"/>
                <a:lumMod val="104000"/>
              </a:schemeClr>
            </a:gs>
            <a:gs pos="100000">
              <a:schemeClr val="accent2">
                <a:hueOff val="-710059"/>
                <a:satOff val="-5868"/>
                <a:lumOff val="-12549"/>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rPr>
            <a:t>Git –helps you manage changes to your code over time. It keeps track of every change made. You can look at previous versions or undo mistakes if needed. (This is the standard tool development) </a:t>
          </a:r>
        </a:p>
      </dsp:txBody>
      <dsp:txXfrm rot="10800000">
        <a:off x="0" y="2209"/>
        <a:ext cx="6266011" cy="19389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14957C-7F75-4882-B0BA-73E71EA7E2CD}">
      <dsp:nvSpPr>
        <dsp:cNvPr id="0" name=""/>
        <dsp:cNvSpPr/>
      </dsp:nvSpPr>
      <dsp:spPr>
        <a:xfrm>
          <a:off x="0" y="0"/>
          <a:ext cx="6266011" cy="0"/>
        </a:xfrm>
        <a:prstGeom prst="line">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w="9525" cap="rnd" cmpd="sng" algn="ctr">
          <a:solidFill>
            <a:schemeClr val="accent2">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2F2041E8-F39A-461D-AF8D-383306E30F87}">
      <dsp:nvSpPr>
        <dsp:cNvPr id="0" name=""/>
        <dsp:cNvSpPr/>
      </dsp:nvSpPr>
      <dsp:spPr>
        <a:xfrm>
          <a:off x="0" y="0"/>
          <a:ext cx="6266011" cy="1224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Commits: Every time you make changes and save them in Git, these are called commits.</a:t>
          </a:r>
        </a:p>
      </dsp:txBody>
      <dsp:txXfrm>
        <a:off x="0" y="0"/>
        <a:ext cx="6266011" cy="1224886"/>
      </dsp:txXfrm>
    </dsp:sp>
    <dsp:sp modelId="{71EEBB3E-2326-403E-97D5-2AE94C8739D3}">
      <dsp:nvSpPr>
        <dsp:cNvPr id="0" name=""/>
        <dsp:cNvSpPr/>
      </dsp:nvSpPr>
      <dsp:spPr>
        <a:xfrm>
          <a:off x="0" y="1224886"/>
          <a:ext cx="6266011" cy="0"/>
        </a:xfrm>
        <a:prstGeom prst="line">
          <a:avLst/>
        </a:prstGeom>
        <a:gradFill rotWithShape="0">
          <a:gsLst>
            <a:gs pos="0">
              <a:schemeClr val="accent2">
                <a:hueOff val="-236686"/>
                <a:satOff val="-1956"/>
                <a:lumOff val="-4183"/>
                <a:alphaOff val="0"/>
                <a:tint val="96000"/>
                <a:lumMod val="104000"/>
              </a:schemeClr>
            </a:gs>
            <a:gs pos="100000">
              <a:schemeClr val="accent2">
                <a:hueOff val="-236686"/>
                <a:satOff val="-1956"/>
                <a:lumOff val="-4183"/>
                <a:alphaOff val="0"/>
                <a:shade val="90000"/>
                <a:lumMod val="90000"/>
              </a:schemeClr>
            </a:gs>
          </a:gsLst>
          <a:lin ang="5400000" scaled="0"/>
        </a:gradFill>
        <a:ln w="9525" cap="rnd" cmpd="sng" algn="ctr">
          <a:solidFill>
            <a:schemeClr val="accent2">
              <a:hueOff val="-236686"/>
              <a:satOff val="-1956"/>
              <a:lumOff val="-4183"/>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F2A5E655-0B15-46CE-B866-522B6C2A365A}">
      <dsp:nvSpPr>
        <dsp:cNvPr id="0" name=""/>
        <dsp:cNvSpPr/>
      </dsp:nvSpPr>
      <dsp:spPr>
        <a:xfrm>
          <a:off x="0" y="1224886"/>
          <a:ext cx="6266011" cy="1224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Branches: A repository allows you to create Branches and work on new features and fixes. </a:t>
          </a:r>
        </a:p>
      </dsp:txBody>
      <dsp:txXfrm>
        <a:off x="0" y="1224886"/>
        <a:ext cx="6266011" cy="1224886"/>
      </dsp:txXfrm>
    </dsp:sp>
    <dsp:sp modelId="{CA25B271-707B-4FE5-91A2-F807C7A4E45D}">
      <dsp:nvSpPr>
        <dsp:cNvPr id="0" name=""/>
        <dsp:cNvSpPr/>
      </dsp:nvSpPr>
      <dsp:spPr>
        <a:xfrm>
          <a:off x="0" y="2449773"/>
          <a:ext cx="6266011" cy="0"/>
        </a:xfrm>
        <a:prstGeom prst="line">
          <a:avLst/>
        </a:prstGeom>
        <a:gradFill rotWithShape="0">
          <a:gsLst>
            <a:gs pos="0">
              <a:schemeClr val="accent2">
                <a:hueOff val="-473373"/>
                <a:satOff val="-3912"/>
                <a:lumOff val="-8366"/>
                <a:alphaOff val="0"/>
                <a:tint val="96000"/>
                <a:lumMod val="104000"/>
              </a:schemeClr>
            </a:gs>
            <a:gs pos="100000">
              <a:schemeClr val="accent2">
                <a:hueOff val="-473373"/>
                <a:satOff val="-3912"/>
                <a:lumOff val="-8366"/>
                <a:alphaOff val="0"/>
                <a:shade val="90000"/>
                <a:lumMod val="90000"/>
              </a:schemeClr>
            </a:gs>
          </a:gsLst>
          <a:lin ang="5400000" scaled="0"/>
        </a:gradFill>
        <a:ln w="9525" cap="rnd" cmpd="sng" algn="ctr">
          <a:solidFill>
            <a:schemeClr val="accent2">
              <a:hueOff val="-473373"/>
              <a:satOff val="-3912"/>
              <a:lumOff val="-8366"/>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54ED403E-DC58-4229-8EA8-E960E2BB145D}">
      <dsp:nvSpPr>
        <dsp:cNvPr id="0" name=""/>
        <dsp:cNvSpPr/>
      </dsp:nvSpPr>
      <dsp:spPr>
        <a:xfrm>
          <a:off x="0" y="2449773"/>
          <a:ext cx="6266011" cy="1224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Merging: Once you are done with the branches you have made, you can merge those branches into main branch. </a:t>
          </a:r>
        </a:p>
      </dsp:txBody>
      <dsp:txXfrm>
        <a:off x="0" y="2449773"/>
        <a:ext cx="6266011" cy="1224886"/>
      </dsp:txXfrm>
    </dsp:sp>
    <dsp:sp modelId="{CE915B0F-4305-48B0-A4D8-0E390FF0F0E3}">
      <dsp:nvSpPr>
        <dsp:cNvPr id="0" name=""/>
        <dsp:cNvSpPr/>
      </dsp:nvSpPr>
      <dsp:spPr>
        <a:xfrm>
          <a:off x="0" y="3674660"/>
          <a:ext cx="6266011" cy="0"/>
        </a:xfrm>
        <a:prstGeom prst="line">
          <a:avLst/>
        </a:prstGeom>
        <a:gradFill rotWithShape="0">
          <a:gsLst>
            <a:gs pos="0">
              <a:schemeClr val="accent2">
                <a:hueOff val="-710059"/>
                <a:satOff val="-5868"/>
                <a:lumOff val="-12549"/>
                <a:alphaOff val="0"/>
                <a:tint val="96000"/>
                <a:lumMod val="104000"/>
              </a:schemeClr>
            </a:gs>
            <a:gs pos="100000">
              <a:schemeClr val="accent2">
                <a:hueOff val="-710059"/>
                <a:satOff val="-5868"/>
                <a:lumOff val="-12549"/>
                <a:alphaOff val="0"/>
                <a:shade val="90000"/>
                <a:lumMod val="90000"/>
              </a:schemeClr>
            </a:gs>
          </a:gsLst>
          <a:lin ang="5400000" scaled="0"/>
        </a:gradFill>
        <a:ln w="9525" cap="rnd" cmpd="sng" algn="ctr">
          <a:solidFill>
            <a:schemeClr val="accent2">
              <a:hueOff val="-710059"/>
              <a:satOff val="-5868"/>
              <a:lumOff val="-12549"/>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BD148E2B-706B-4076-8939-D0F5C47C5358}">
      <dsp:nvSpPr>
        <dsp:cNvPr id="0" name=""/>
        <dsp:cNvSpPr/>
      </dsp:nvSpPr>
      <dsp:spPr>
        <a:xfrm>
          <a:off x="0" y="3674660"/>
          <a:ext cx="6266011" cy="1224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Cloning: Cloning is a process of making a complete copy of Git repository. </a:t>
          </a:r>
        </a:p>
      </dsp:txBody>
      <dsp:txXfrm>
        <a:off x="0" y="3674660"/>
        <a:ext cx="6266011" cy="12248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F9D2BD-955C-4D7E-9A74-E74EDA30772A}">
      <dsp:nvSpPr>
        <dsp:cNvPr id="0" name=""/>
        <dsp:cNvSpPr/>
      </dsp:nvSpPr>
      <dsp:spPr>
        <a:xfrm>
          <a:off x="0" y="1584"/>
          <a:ext cx="6266011" cy="6753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9853BD-ACC8-4EB7-A89B-A37AFDD53648}">
      <dsp:nvSpPr>
        <dsp:cNvPr id="0" name=""/>
        <dsp:cNvSpPr/>
      </dsp:nvSpPr>
      <dsp:spPr>
        <a:xfrm>
          <a:off x="204297" y="153541"/>
          <a:ext cx="371449" cy="3714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0ED8420-40A6-4FAE-AE91-89CFD16AE7D3}">
      <dsp:nvSpPr>
        <dsp:cNvPr id="0" name=""/>
        <dsp:cNvSpPr/>
      </dsp:nvSpPr>
      <dsp:spPr>
        <a:xfrm>
          <a:off x="780043" y="1584"/>
          <a:ext cx="5485967" cy="675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476" tIns="71476" rIns="71476" bIns="71476" numCol="1" spcCol="1270" anchor="ctr" anchorCtr="0">
          <a:noAutofit/>
        </a:bodyPr>
        <a:lstStyle/>
        <a:p>
          <a:pPr marL="0" lvl="0" indent="0" algn="l" defTabSz="844550">
            <a:lnSpc>
              <a:spcPct val="90000"/>
            </a:lnSpc>
            <a:spcBef>
              <a:spcPct val="0"/>
            </a:spcBef>
            <a:spcAft>
              <a:spcPct val="35000"/>
            </a:spcAft>
            <a:buNone/>
          </a:pPr>
          <a:r>
            <a:rPr lang="en-AU" sz="1900" kern="1200"/>
            <a:t>Initialising a local Git repository</a:t>
          </a:r>
          <a:endParaRPr lang="en-US" sz="1900" kern="1200"/>
        </a:p>
      </dsp:txBody>
      <dsp:txXfrm>
        <a:off x="780043" y="1584"/>
        <a:ext cx="5485967" cy="675362"/>
      </dsp:txXfrm>
    </dsp:sp>
    <dsp:sp modelId="{161D9BB7-75CF-4542-9DE1-9A1FFDC7EE54}">
      <dsp:nvSpPr>
        <dsp:cNvPr id="0" name=""/>
        <dsp:cNvSpPr/>
      </dsp:nvSpPr>
      <dsp:spPr>
        <a:xfrm>
          <a:off x="0" y="845787"/>
          <a:ext cx="6266011" cy="6753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A81560-B587-400B-883D-416534C92356}">
      <dsp:nvSpPr>
        <dsp:cNvPr id="0" name=""/>
        <dsp:cNvSpPr/>
      </dsp:nvSpPr>
      <dsp:spPr>
        <a:xfrm>
          <a:off x="204297" y="997744"/>
          <a:ext cx="371449" cy="3714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2E47034-83B5-4566-920D-1138AE75C181}">
      <dsp:nvSpPr>
        <dsp:cNvPr id="0" name=""/>
        <dsp:cNvSpPr/>
      </dsp:nvSpPr>
      <dsp:spPr>
        <a:xfrm>
          <a:off x="780043" y="845787"/>
          <a:ext cx="5485967" cy="675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476" tIns="71476" rIns="71476" bIns="71476" numCol="1" spcCol="1270" anchor="ctr" anchorCtr="0">
          <a:noAutofit/>
        </a:bodyPr>
        <a:lstStyle/>
        <a:p>
          <a:pPr marL="0" lvl="0" indent="0" algn="l" defTabSz="844550">
            <a:lnSpc>
              <a:spcPct val="90000"/>
            </a:lnSpc>
            <a:spcBef>
              <a:spcPct val="0"/>
            </a:spcBef>
            <a:spcAft>
              <a:spcPct val="35000"/>
            </a:spcAft>
            <a:buNone/>
          </a:pPr>
          <a:r>
            <a:rPr lang="en-AU" sz="1900" kern="1200"/>
            <a:t>Publishing to GitHub</a:t>
          </a:r>
          <a:endParaRPr lang="en-US" sz="1900" kern="1200"/>
        </a:p>
      </dsp:txBody>
      <dsp:txXfrm>
        <a:off x="780043" y="845787"/>
        <a:ext cx="5485967" cy="675362"/>
      </dsp:txXfrm>
    </dsp:sp>
    <dsp:sp modelId="{CB302241-AE22-4755-B592-79A38D0C8704}">
      <dsp:nvSpPr>
        <dsp:cNvPr id="0" name=""/>
        <dsp:cNvSpPr/>
      </dsp:nvSpPr>
      <dsp:spPr>
        <a:xfrm>
          <a:off x="0" y="1689990"/>
          <a:ext cx="6266011" cy="6753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0EC893-ACF9-4F01-A6DB-B8F87756FBB6}">
      <dsp:nvSpPr>
        <dsp:cNvPr id="0" name=""/>
        <dsp:cNvSpPr/>
      </dsp:nvSpPr>
      <dsp:spPr>
        <a:xfrm>
          <a:off x="204297" y="1841947"/>
          <a:ext cx="371449" cy="3714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F551340-14C2-4945-913F-B8E27359FFD9}">
      <dsp:nvSpPr>
        <dsp:cNvPr id="0" name=""/>
        <dsp:cNvSpPr/>
      </dsp:nvSpPr>
      <dsp:spPr>
        <a:xfrm>
          <a:off x="780043" y="1689990"/>
          <a:ext cx="5485967" cy="675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476" tIns="71476" rIns="71476" bIns="71476" numCol="1" spcCol="1270" anchor="ctr" anchorCtr="0">
          <a:noAutofit/>
        </a:bodyPr>
        <a:lstStyle/>
        <a:p>
          <a:pPr marL="0" lvl="0" indent="0" algn="l" defTabSz="844550">
            <a:lnSpc>
              <a:spcPct val="90000"/>
            </a:lnSpc>
            <a:spcBef>
              <a:spcPct val="0"/>
            </a:spcBef>
            <a:spcAft>
              <a:spcPct val="35000"/>
            </a:spcAft>
            <a:buNone/>
          </a:pPr>
          <a:r>
            <a:rPr lang="en-AU" sz="1900" kern="1200"/>
            <a:t>Making changes locally (commit) </a:t>
          </a:r>
          <a:endParaRPr lang="en-US" sz="1900" kern="1200"/>
        </a:p>
      </dsp:txBody>
      <dsp:txXfrm>
        <a:off x="780043" y="1689990"/>
        <a:ext cx="5485967" cy="675362"/>
      </dsp:txXfrm>
    </dsp:sp>
    <dsp:sp modelId="{E473AE6F-D2D4-48B9-9CA4-74C85C290810}">
      <dsp:nvSpPr>
        <dsp:cNvPr id="0" name=""/>
        <dsp:cNvSpPr/>
      </dsp:nvSpPr>
      <dsp:spPr>
        <a:xfrm>
          <a:off x="0" y="2534193"/>
          <a:ext cx="6266011" cy="6753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CB1132-483F-43AE-A706-FC670E8FA008}">
      <dsp:nvSpPr>
        <dsp:cNvPr id="0" name=""/>
        <dsp:cNvSpPr/>
      </dsp:nvSpPr>
      <dsp:spPr>
        <a:xfrm>
          <a:off x="204297" y="2686150"/>
          <a:ext cx="371449" cy="3714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D02B770-40F3-4F31-A678-3752EAF4DA45}">
      <dsp:nvSpPr>
        <dsp:cNvPr id="0" name=""/>
        <dsp:cNvSpPr/>
      </dsp:nvSpPr>
      <dsp:spPr>
        <a:xfrm>
          <a:off x="780043" y="2534193"/>
          <a:ext cx="5485967" cy="675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476" tIns="71476" rIns="71476" bIns="71476" numCol="1" spcCol="1270" anchor="ctr" anchorCtr="0">
          <a:noAutofit/>
        </a:bodyPr>
        <a:lstStyle/>
        <a:p>
          <a:pPr marL="0" lvl="0" indent="0" algn="l" defTabSz="844550">
            <a:lnSpc>
              <a:spcPct val="90000"/>
            </a:lnSpc>
            <a:spcBef>
              <a:spcPct val="0"/>
            </a:spcBef>
            <a:spcAft>
              <a:spcPct val="35000"/>
            </a:spcAft>
            <a:buNone/>
          </a:pPr>
          <a:r>
            <a:rPr lang="en-AU" sz="1900" kern="1200" dirty="0"/>
            <a:t>Publishing changes to GitHub (push)</a:t>
          </a:r>
          <a:endParaRPr lang="en-US" sz="1900" kern="1200" dirty="0"/>
        </a:p>
      </dsp:txBody>
      <dsp:txXfrm>
        <a:off x="780043" y="2534193"/>
        <a:ext cx="5485967" cy="675362"/>
      </dsp:txXfrm>
    </dsp:sp>
    <dsp:sp modelId="{89C1A167-6523-4721-83AC-4E00B546E426}">
      <dsp:nvSpPr>
        <dsp:cNvPr id="0" name=""/>
        <dsp:cNvSpPr/>
      </dsp:nvSpPr>
      <dsp:spPr>
        <a:xfrm>
          <a:off x="0" y="3378396"/>
          <a:ext cx="6266011" cy="6753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89669F-7AE3-4246-9254-854283758441}">
      <dsp:nvSpPr>
        <dsp:cNvPr id="0" name=""/>
        <dsp:cNvSpPr/>
      </dsp:nvSpPr>
      <dsp:spPr>
        <a:xfrm>
          <a:off x="204297" y="3530353"/>
          <a:ext cx="371449" cy="3714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D704F97-0DBE-4174-A4EB-24C7645AAD51}">
      <dsp:nvSpPr>
        <dsp:cNvPr id="0" name=""/>
        <dsp:cNvSpPr/>
      </dsp:nvSpPr>
      <dsp:spPr>
        <a:xfrm>
          <a:off x="780043" y="3378396"/>
          <a:ext cx="5485967" cy="675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476" tIns="71476" rIns="71476" bIns="71476" numCol="1" spcCol="1270" anchor="ctr" anchorCtr="0">
          <a:noAutofit/>
        </a:bodyPr>
        <a:lstStyle/>
        <a:p>
          <a:pPr marL="0" lvl="0" indent="0" algn="l" defTabSz="844550">
            <a:lnSpc>
              <a:spcPct val="90000"/>
            </a:lnSpc>
            <a:spcBef>
              <a:spcPct val="0"/>
            </a:spcBef>
            <a:spcAft>
              <a:spcPct val="35000"/>
            </a:spcAft>
            <a:buNone/>
          </a:pPr>
          <a:r>
            <a:rPr lang="en-AU" sz="1900" kern="1200"/>
            <a:t>Reviewing history and reverting changes</a:t>
          </a:r>
          <a:endParaRPr lang="en-US" sz="1900" kern="1200"/>
        </a:p>
      </dsp:txBody>
      <dsp:txXfrm>
        <a:off x="780043" y="3378396"/>
        <a:ext cx="5485967" cy="675362"/>
      </dsp:txXfrm>
    </dsp:sp>
    <dsp:sp modelId="{2E35A85B-3DDF-444A-BD77-24FCC787449F}">
      <dsp:nvSpPr>
        <dsp:cNvPr id="0" name=""/>
        <dsp:cNvSpPr/>
      </dsp:nvSpPr>
      <dsp:spPr>
        <a:xfrm>
          <a:off x="0" y="4222599"/>
          <a:ext cx="6266011" cy="6753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52060B-E584-4555-BF9A-550786F3B28D}">
      <dsp:nvSpPr>
        <dsp:cNvPr id="0" name=""/>
        <dsp:cNvSpPr/>
      </dsp:nvSpPr>
      <dsp:spPr>
        <a:xfrm>
          <a:off x="204297" y="4374556"/>
          <a:ext cx="371449" cy="37144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9F53EAA-7843-4A63-9EF0-A27247E7036B}">
      <dsp:nvSpPr>
        <dsp:cNvPr id="0" name=""/>
        <dsp:cNvSpPr/>
      </dsp:nvSpPr>
      <dsp:spPr>
        <a:xfrm>
          <a:off x="780043" y="4222599"/>
          <a:ext cx="5485967" cy="675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476" tIns="71476" rIns="71476" bIns="71476" numCol="1" spcCol="1270" anchor="ctr" anchorCtr="0">
          <a:noAutofit/>
        </a:bodyPr>
        <a:lstStyle/>
        <a:p>
          <a:pPr marL="0" lvl="0" indent="0" algn="l" defTabSz="844550">
            <a:lnSpc>
              <a:spcPct val="90000"/>
            </a:lnSpc>
            <a:spcBef>
              <a:spcPct val="0"/>
            </a:spcBef>
            <a:spcAft>
              <a:spcPct val="35000"/>
            </a:spcAft>
            <a:buNone/>
          </a:pPr>
          <a:r>
            <a:rPr lang="en-AU" sz="1900" kern="1200"/>
            <a:t>Clone a repository locally</a:t>
          </a:r>
          <a:endParaRPr lang="en-US" sz="1900" kern="1200"/>
        </a:p>
      </dsp:txBody>
      <dsp:txXfrm>
        <a:off x="780043" y="4222599"/>
        <a:ext cx="5485967" cy="67536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8D6D6C-9B20-4D30-8DFD-EE28BCD59214}" type="datetimeFigureOut">
              <a:rPr lang="en-AU" smtClean="0"/>
              <a:t>22/02/2026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2850324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D6D6C-9B20-4D30-8DFD-EE28BCD59214}" type="datetimeFigureOut">
              <a:rPr lang="en-AU" smtClean="0"/>
              <a:t>22/02/2026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807510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8D6D6C-9B20-4D30-8DFD-EE28BCD59214}" type="datetimeFigureOut">
              <a:rPr lang="en-AU" smtClean="0"/>
              <a:t>22/02/2026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1548764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8D6D6C-9B20-4D30-8DFD-EE28BCD59214}" type="datetimeFigureOut">
              <a:rPr lang="en-AU" smtClean="0"/>
              <a:t>22/02/2026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1304366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D6D6C-9B20-4D30-8DFD-EE28BCD59214}" type="datetimeFigureOut">
              <a:rPr lang="en-AU" smtClean="0"/>
              <a:t>22/02/2026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2994800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8D6D6C-9B20-4D30-8DFD-EE28BCD59214}" type="datetimeFigureOut">
              <a:rPr lang="en-AU" smtClean="0"/>
              <a:t>22/02/2026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4209247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D6D6C-9B20-4D30-8DFD-EE28BCD59214}" type="datetimeFigureOut">
              <a:rPr lang="en-AU" smtClean="0"/>
              <a:t>22/02/2026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4236296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8D6D6C-9B20-4D30-8DFD-EE28BCD59214}" type="datetimeFigureOut">
              <a:rPr lang="en-AU" smtClean="0"/>
              <a:t>22/02/2026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4099948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8D6D6C-9B20-4D30-8DFD-EE28BCD59214}" type="datetimeFigureOut">
              <a:rPr lang="en-AU" smtClean="0"/>
              <a:t>22/02/2026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1328757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8D6D6C-9B20-4D30-8DFD-EE28BCD59214}" type="datetimeFigureOut">
              <a:rPr lang="en-AU" smtClean="0"/>
              <a:t>22/02/2026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2224551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8D6D6C-9B20-4D30-8DFD-EE28BCD59214}" type="datetimeFigureOut">
              <a:rPr lang="en-AU" smtClean="0"/>
              <a:t>22/02/2026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1475288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8D6D6C-9B20-4D30-8DFD-EE28BCD59214}" type="datetimeFigureOut">
              <a:rPr lang="en-AU" smtClean="0"/>
              <a:t>22/02/2026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B8C33E-F604-4C4B-B096-0864EB87B5BE}" type="slidenum">
              <a:rPr lang="en-AU" smtClean="0"/>
              <a:t>‹#›</a:t>
            </a:fld>
            <a:endParaRPr lang="en-AU"/>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919655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8D6D6C-9B20-4D30-8DFD-EE28BCD59214}" type="datetimeFigureOut">
              <a:rPr lang="en-AU" smtClean="0"/>
              <a:t>22/02/2026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15357318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8D6D6C-9B20-4D30-8DFD-EE28BCD59214}" type="datetimeFigureOut">
              <a:rPr lang="en-AU" smtClean="0"/>
              <a:t>22/02/2026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617211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8D6D6C-9B20-4D30-8DFD-EE28BCD59214}" type="datetimeFigureOut">
              <a:rPr lang="en-AU" smtClean="0"/>
              <a:t>22/02/2026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275227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D6D6C-9B20-4D30-8DFD-EE28BCD59214}" type="datetimeFigureOut">
              <a:rPr lang="en-AU" smtClean="0"/>
              <a:t>22/02/2026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4098381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D6D6C-9B20-4D30-8DFD-EE28BCD59214}" type="datetimeFigureOut">
              <a:rPr lang="en-AU" smtClean="0"/>
              <a:t>22/02/2026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B8C33E-F604-4C4B-B096-0864EB87B5BE}" type="slidenum">
              <a:rPr lang="en-AU" smtClean="0"/>
              <a:t>‹#›</a:t>
            </a:fld>
            <a:endParaRPr lang="en-AU"/>
          </a:p>
        </p:txBody>
      </p:sp>
    </p:spTree>
    <p:extLst>
      <p:ext uri="{BB962C8B-B14F-4D97-AF65-F5344CB8AC3E}">
        <p14:creationId xmlns:p14="http://schemas.microsoft.com/office/powerpoint/2010/main" val="79010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8D6D6C-9B20-4D30-8DFD-EE28BCD59214}" type="datetimeFigureOut">
              <a:rPr lang="en-AU" smtClean="0"/>
              <a:t>22/02/2026</a:t>
            </a:fld>
            <a:endParaRPr lang="en-AU"/>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AU"/>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2B8C33E-F604-4C4B-B096-0864EB87B5BE}" type="slidenum">
              <a:rPr lang="en-AU" smtClean="0"/>
              <a:t>‹#›</a:t>
            </a:fld>
            <a:endParaRPr lang="en-AU"/>
          </a:p>
        </p:txBody>
      </p:sp>
    </p:spTree>
    <p:extLst>
      <p:ext uri="{BB962C8B-B14F-4D97-AF65-F5344CB8AC3E}">
        <p14:creationId xmlns:p14="http://schemas.microsoft.com/office/powerpoint/2010/main" val="11960055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git-scm.com/install/" TargetMode="External"/><Relationship Id="rId1" Type="http://schemas.openxmlformats.org/officeDocument/2006/relationships/slideLayout" Target="../slideLayouts/slideLayout2.xml"/><Relationship Id="rId4" Type="http://schemas.openxmlformats.org/officeDocument/2006/relationships/hyperlink" Target="https://marketplace.visualstudio.com/items?itemName=GitHub.vscode-pull-request-github" TargetMode="Externa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24007E-BA57-41B2-8C6B-5E99927F2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A4945B-8CE5-4B21-B5D7-71F0BC83B7D3}"/>
              </a:ext>
            </a:extLst>
          </p:cNvPr>
          <p:cNvSpPr>
            <a:spLocks noGrp="1"/>
          </p:cNvSpPr>
          <p:nvPr>
            <p:ph type="ctrTitle"/>
          </p:nvPr>
        </p:nvSpPr>
        <p:spPr>
          <a:xfrm>
            <a:off x="5179157" y="1099456"/>
            <a:ext cx="6243636" cy="4625558"/>
          </a:xfrm>
          <a:effectLst/>
        </p:spPr>
        <p:txBody>
          <a:bodyPr anchor="ctr">
            <a:normAutofit/>
          </a:bodyPr>
          <a:lstStyle/>
          <a:p>
            <a:pPr algn="l"/>
            <a:r>
              <a:rPr lang="en-AU" dirty="0">
                <a:solidFill>
                  <a:schemeClr val="tx1"/>
                </a:solidFill>
              </a:rPr>
              <a:t>Version Control</a:t>
            </a:r>
          </a:p>
        </p:txBody>
      </p:sp>
      <p:sp>
        <p:nvSpPr>
          <p:cNvPr id="10" name="Rectangle 9">
            <a:extLst>
              <a:ext uri="{FF2B5EF4-FFF2-40B4-BE49-F238E27FC236}">
                <a16:creationId xmlns:a16="http://schemas.microsoft.com/office/drawing/2014/main" id="{DE118816-C01D-462E-B0B0-777C21EF6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accent2">
              <a:lumMod val="75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2" name="Rectangle 11">
            <a:extLst>
              <a:ext uri="{FF2B5EF4-FFF2-40B4-BE49-F238E27FC236}">
                <a16:creationId xmlns:a16="http://schemas.microsoft.com/office/drawing/2014/main" id="{255D0BF7-94F4-4437-A2B2-87BAFF86D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bg2">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64A43AB-664E-1B56-7161-70080E6ABBB5}"/>
              </a:ext>
            </a:extLst>
          </p:cNvPr>
          <p:cNvSpPr>
            <a:spLocks noGrp="1"/>
          </p:cNvSpPr>
          <p:nvPr>
            <p:ph type="subTitle" idx="1"/>
          </p:nvPr>
        </p:nvSpPr>
        <p:spPr>
          <a:xfrm>
            <a:off x="10353822" y="6143524"/>
            <a:ext cx="1838178" cy="680946"/>
          </a:xfrm>
          <a:effectLst/>
        </p:spPr>
        <p:txBody>
          <a:bodyPr anchor="ctr">
            <a:normAutofit/>
          </a:bodyPr>
          <a:lstStyle/>
          <a:p>
            <a:pPr algn="l"/>
            <a:r>
              <a:rPr lang="en-AU" dirty="0"/>
              <a:t>Matt Petersen</a:t>
            </a:r>
          </a:p>
        </p:txBody>
      </p:sp>
      <p:sp>
        <p:nvSpPr>
          <p:cNvPr id="4" name="Subtitle 2">
            <a:extLst>
              <a:ext uri="{FF2B5EF4-FFF2-40B4-BE49-F238E27FC236}">
                <a16:creationId xmlns:a16="http://schemas.microsoft.com/office/drawing/2014/main" id="{09E5F405-F31E-D8D7-6462-E064F88CFADB}"/>
              </a:ext>
            </a:extLst>
          </p:cNvPr>
          <p:cNvSpPr txBox="1">
            <a:spLocks/>
          </p:cNvSpPr>
          <p:nvPr/>
        </p:nvSpPr>
        <p:spPr>
          <a:xfrm>
            <a:off x="125339" y="3071762"/>
            <a:ext cx="1174824" cy="680946"/>
          </a:xfrm>
          <a:prstGeom prst="rect">
            <a:avLst/>
          </a:prstGeom>
          <a:effectLst/>
        </p:spPr>
        <p:txBody>
          <a:bodyPr vert="horz" lIns="91440" tIns="45720" rIns="91440" bIns="45720" rtlCol="0" anchor="ctr">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algn="l"/>
            <a:r>
              <a:rPr lang="en-AU" dirty="0" err="1">
                <a:solidFill>
                  <a:schemeClr val="bg1"/>
                </a:solidFill>
              </a:rPr>
              <a:t>Versi</a:t>
            </a:r>
            <a:r>
              <a:rPr lang="en-AU" dirty="0">
                <a:solidFill>
                  <a:schemeClr val="bg1"/>
                </a:solidFill>
              </a:rPr>
              <a:t>..</a:t>
            </a:r>
          </a:p>
        </p:txBody>
      </p:sp>
      <p:sp>
        <p:nvSpPr>
          <p:cNvPr id="5" name="Subtitle 2">
            <a:extLst>
              <a:ext uri="{FF2B5EF4-FFF2-40B4-BE49-F238E27FC236}">
                <a16:creationId xmlns:a16="http://schemas.microsoft.com/office/drawing/2014/main" id="{F0AB99AB-FCFC-B28A-4C7A-8036DAD136D1}"/>
              </a:ext>
            </a:extLst>
          </p:cNvPr>
          <p:cNvSpPr txBox="1">
            <a:spLocks/>
          </p:cNvSpPr>
          <p:nvPr/>
        </p:nvSpPr>
        <p:spPr>
          <a:xfrm>
            <a:off x="1702488" y="3088527"/>
            <a:ext cx="2309954" cy="680946"/>
          </a:xfrm>
          <a:prstGeom prst="rect">
            <a:avLst/>
          </a:prstGeom>
          <a:effectLst/>
        </p:spPr>
        <p:txBody>
          <a:bodyPr vert="horz" lIns="91440" tIns="45720" rIns="91440" bIns="45720" rtlCol="0" anchor="ctr">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algn="l"/>
            <a:r>
              <a:rPr lang="en-AU" dirty="0"/>
              <a:t>Version Con..</a:t>
            </a:r>
          </a:p>
        </p:txBody>
      </p:sp>
      <p:sp>
        <p:nvSpPr>
          <p:cNvPr id="6" name="Subtitle 2">
            <a:extLst>
              <a:ext uri="{FF2B5EF4-FFF2-40B4-BE49-F238E27FC236}">
                <a16:creationId xmlns:a16="http://schemas.microsoft.com/office/drawing/2014/main" id="{FC883676-F44A-0562-B14A-86F58DAE52B5}"/>
              </a:ext>
            </a:extLst>
          </p:cNvPr>
          <p:cNvSpPr txBox="1">
            <a:spLocks/>
          </p:cNvSpPr>
          <p:nvPr/>
        </p:nvSpPr>
        <p:spPr>
          <a:xfrm>
            <a:off x="395748" y="221654"/>
            <a:ext cx="1174824" cy="680946"/>
          </a:xfrm>
          <a:prstGeom prst="rect">
            <a:avLst/>
          </a:prstGeom>
          <a:effectLst/>
        </p:spPr>
        <p:txBody>
          <a:bodyPr vert="horz" lIns="91440" tIns="45720" rIns="91440" bIns="45720" rtlCol="0" anchor="ctr">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algn="l"/>
            <a:r>
              <a:rPr lang="en-AU" dirty="0"/>
              <a:t>V1</a:t>
            </a:r>
          </a:p>
        </p:txBody>
      </p:sp>
      <p:sp>
        <p:nvSpPr>
          <p:cNvPr id="7" name="Subtitle 2">
            <a:extLst>
              <a:ext uri="{FF2B5EF4-FFF2-40B4-BE49-F238E27FC236}">
                <a16:creationId xmlns:a16="http://schemas.microsoft.com/office/drawing/2014/main" id="{596063CF-49E8-31DE-BFBA-310D97E9E87C}"/>
              </a:ext>
            </a:extLst>
          </p:cNvPr>
          <p:cNvSpPr txBox="1">
            <a:spLocks/>
          </p:cNvSpPr>
          <p:nvPr/>
        </p:nvSpPr>
        <p:spPr>
          <a:xfrm>
            <a:off x="1702488" y="221654"/>
            <a:ext cx="1174824" cy="680946"/>
          </a:xfrm>
          <a:prstGeom prst="rect">
            <a:avLst/>
          </a:prstGeom>
          <a:effectLst/>
        </p:spPr>
        <p:txBody>
          <a:bodyPr vert="horz" lIns="91440" tIns="45720" rIns="91440" bIns="45720" rtlCol="0" anchor="ctr">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algn="l"/>
            <a:r>
              <a:rPr lang="en-AU" dirty="0"/>
              <a:t>V2</a:t>
            </a:r>
          </a:p>
        </p:txBody>
      </p:sp>
      <p:sp>
        <p:nvSpPr>
          <p:cNvPr id="9" name="Subtitle 2">
            <a:extLst>
              <a:ext uri="{FF2B5EF4-FFF2-40B4-BE49-F238E27FC236}">
                <a16:creationId xmlns:a16="http://schemas.microsoft.com/office/drawing/2014/main" id="{6E80F8EF-185E-69EF-C2B4-78F4ECB4002E}"/>
              </a:ext>
            </a:extLst>
          </p:cNvPr>
          <p:cNvSpPr txBox="1">
            <a:spLocks/>
          </p:cNvSpPr>
          <p:nvPr/>
        </p:nvSpPr>
        <p:spPr>
          <a:xfrm>
            <a:off x="4823710" y="221654"/>
            <a:ext cx="1174824" cy="680946"/>
          </a:xfrm>
          <a:prstGeom prst="rect">
            <a:avLst/>
          </a:prstGeom>
          <a:effectLst/>
        </p:spPr>
        <p:txBody>
          <a:bodyPr vert="horz" lIns="91440" tIns="45720" rIns="91440" bIns="45720" rtlCol="0" anchor="ctr">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algn="l"/>
            <a:r>
              <a:rPr lang="en-AU" dirty="0"/>
              <a:t>V3</a:t>
            </a:r>
          </a:p>
        </p:txBody>
      </p:sp>
    </p:spTree>
    <p:extLst>
      <p:ext uri="{BB962C8B-B14F-4D97-AF65-F5344CB8AC3E}">
        <p14:creationId xmlns:p14="http://schemas.microsoft.com/office/powerpoint/2010/main" val="3772011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194-9CD0-9A56-F0F2-7428C9E675ED}"/>
              </a:ext>
            </a:extLst>
          </p:cNvPr>
          <p:cNvSpPr>
            <a:spLocks noGrp="1"/>
          </p:cNvSpPr>
          <p:nvPr>
            <p:ph type="title"/>
          </p:nvPr>
        </p:nvSpPr>
        <p:spPr/>
        <p:txBody>
          <a:bodyPr>
            <a:normAutofit fontScale="90000"/>
          </a:bodyPr>
          <a:lstStyle/>
          <a:p>
            <a:r>
              <a:rPr lang="en-AU" dirty="0"/>
              <a:t>What is version control</a:t>
            </a:r>
            <a:br>
              <a:rPr lang="en-AU" dirty="0"/>
            </a:br>
            <a:endParaRPr lang="en-AU" dirty="0"/>
          </a:p>
        </p:txBody>
      </p:sp>
      <p:graphicFrame>
        <p:nvGraphicFramePr>
          <p:cNvPr id="13" name="Content Placeholder 2">
            <a:extLst>
              <a:ext uri="{FF2B5EF4-FFF2-40B4-BE49-F238E27FC236}">
                <a16:creationId xmlns:a16="http://schemas.microsoft.com/office/drawing/2014/main" id="{73B3B9FE-C7CB-A48A-C0ED-BF77D0DF4C8A}"/>
              </a:ext>
            </a:extLst>
          </p:cNvPr>
          <p:cNvGraphicFramePr>
            <a:graphicFrameLocks noGrp="1"/>
          </p:cNvGraphicFramePr>
          <p:nvPr>
            <p:ph idx="1"/>
            <p:extLst>
              <p:ext uri="{D42A27DB-BD31-4B8C-83A1-F6EECF244321}">
                <p14:modId xmlns:p14="http://schemas.microsoft.com/office/powerpoint/2010/main" val="193610462"/>
              </p:ext>
            </p:extLst>
          </p:nvPr>
        </p:nvGraphicFramePr>
        <p:xfrm>
          <a:off x="913795" y="1732449"/>
          <a:ext cx="10353762" cy="4058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6661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5304FE7F-51AF-8EA1-4F34-92B925F7E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BD2D6-A49C-3836-D47B-4187E4642E7C}"/>
              </a:ext>
            </a:extLst>
          </p:cNvPr>
          <p:cNvSpPr>
            <a:spLocks noGrp="1"/>
          </p:cNvSpPr>
          <p:nvPr>
            <p:ph type="title"/>
          </p:nvPr>
        </p:nvSpPr>
        <p:spPr>
          <a:xfrm>
            <a:off x="633743" y="609599"/>
            <a:ext cx="3413156" cy="5273675"/>
          </a:xfrm>
        </p:spPr>
        <p:txBody>
          <a:bodyPr>
            <a:normAutofit/>
          </a:bodyPr>
          <a:lstStyle/>
          <a:p>
            <a:r>
              <a:rPr lang="en-AU" dirty="0"/>
              <a:t>The Basics</a:t>
            </a:r>
            <a:br>
              <a:rPr lang="en-AU" dirty="0"/>
            </a:br>
            <a:endParaRPr lang="en-AU" dirty="0"/>
          </a:p>
        </p:txBody>
      </p:sp>
      <p:pic>
        <p:nvPicPr>
          <p:cNvPr id="9" name="Picture 8">
            <a:extLst>
              <a:ext uri="{FF2B5EF4-FFF2-40B4-BE49-F238E27FC236}">
                <a16:creationId xmlns:a16="http://schemas.microsoft.com/office/drawing/2014/main" id="{82AABC82-C2D1-4340-A6DF-6E73DF06F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4639056" y="2"/>
            <a:ext cx="7552944" cy="6857998"/>
          </a:xfrm>
          <a:prstGeom prst="rect">
            <a:avLst/>
          </a:prstGeom>
        </p:spPr>
      </p:pic>
      <p:graphicFrame>
        <p:nvGraphicFramePr>
          <p:cNvPr id="5" name="Content Placeholder 2">
            <a:extLst>
              <a:ext uri="{FF2B5EF4-FFF2-40B4-BE49-F238E27FC236}">
                <a16:creationId xmlns:a16="http://schemas.microsoft.com/office/drawing/2014/main" id="{2B01FD0B-675E-EAEB-AE6B-B47A11B31F0D}"/>
              </a:ext>
            </a:extLst>
          </p:cNvPr>
          <p:cNvGraphicFramePr>
            <a:graphicFrameLocks noGrp="1"/>
          </p:cNvGraphicFramePr>
          <p:nvPr>
            <p:ph idx="1"/>
            <p:extLst>
              <p:ext uri="{D42A27DB-BD31-4B8C-83A1-F6EECF244321}">
                <p14:modId xmlns:p14="http://schemas.microsoft.com/office/powerpoint/2010/main" val="1819667249"/>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7005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1202BF47-FF75-725F-E84C-19CD97E79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07C5E-493A-4D8B-3116-AC9CBF0B8838}"/>
              </a:ext>
            </a:extLst>
          </p:cNvPr>
          <p:cNvSpPr>
            <a:spLocks noGrp="1"/>
          </p:cNvSpPr>
          <p:nvPr>
            <p:ph type="title"/>
          </p:nvPr>
        </p:nvSpPr>
        <p:spPr>
          <a:xfrm>
            <a:off x="633743" y="609599"/>
            <a:ext cx="3413156" cy="5273675"/>
          </a:xfrm>
        </p:spPr>
        <p:txBody>
          <a:bodyPr>
            <a:normAutofit/>
          </a:bodyPr>
          <a:lstStyle/>
          <a:p>
            <a:r>
              <a:rPr lang="en-AU" dirty="0"/>
              <a:t>The Basics</a:t>
            </a:r>
            <a:br>
              <a:rPr lang="en-AU" dirty="0"/>
            </a:br>
            <a:endParaRPr lang="en-AU" dirty="0"/>
          </a:p>
        </p:txBody>
      </p:sp>
      <p:pic>
        <p:nvPicPr>
          <p:cNvPr id="9" name="Picture 8">
            <a:extLst>
              <a:ext uri="{FF2B5EF4-FFF2-40B4-BE49-F238E27FC236}">
                <a16:creationId xmlns:a16="http://schemas.microsoft.com/office/drawing/2014/main" id="{82AABC82-C2D1-4340-A6DF-6E73DF06F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4639056" y="2"/>
            <a:ext cx="7552944" cy="6857998"/>
          </a:xfrm>
          <a:prstGeom prst="rect">
            <a:avLst/>
          </a:prstGeom>
        </p:spPr>
      </p:pic>
      <p:graphicFrame>
        <p:nvGraphicFramePr>
          <p:cNvPr id="5" name="Content Placeholder 2">
            <a:extLst>
              <a:ext uri="{FF2B5EF4-FFF2-40B4-BE49-F238E27FC236}">
                <a16:creationId xmlns:a16="http://schemas.microsoft.com/office/drawing/2014/main" id="{8F1EF938-F8DE-0A48-3A6D-F541651914FF}"/>
              </a:ext>
            </a:extLst>
          </p:cNvPr>
          <p:cNvGraphicFramePr>
            <a:graphicFrameLocks noGrp="1"/>
          </p:cNvGraphicFramePr>
          <p:nvPr>
            <p:ph idx="1"/>
            <p:extLst>
              <p:ext uri="{D42A27DB-BD31-4B8C-83A1-F6EECF244321}">
                <p14:modId xmlns:p14="http://schemas.microsoft.com/office/powerpoint/2010/main" val="2718916766"/>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02029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ED57E-39C3-EC5E-D19F-4D3E9A825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51744-2936-F99F-E0FD-2BB075085ACF}"/>
              </a:ext>
            </a:extLst>
          </p:cNvPr>
          <p:cNvSpPr>
            <a:spLocks noGrp="1"/>
          </p:cNvSpPr>
          <p:nvPr>
            <p:ph type="title"/>
          </p:nvPr>
        </p:nvSpPr>
        <p:spPr/>
        <p:txBody>
          <a:bodyPr>
            <a:normAutofit fontScale="90000"/>
          </a:bodyPr>
          <a:lstStyle/>
          <a:p>
            <a:r>
              <a:rPr lang="en-AU" dirty="0"/>
              <a:t>Getting Started</a:t>
            </a:r>
            <a:br>
              <a:rPr lang="en-AU" dirty="0"/>
            </a:br>
            <a:endParaRPr lang="en-AU" dirty="0"/>
          </a:p>
        </p:txBody>
      </p:sp>
      <p:sp>
        <p:nvSpPr>
          <p:cNvPr id="3" name="Content Placeholder 2">
            <a:extLst>
              <a:ext uri="{FF2B5EF4-FFF2-40B4-BE49-F238E27FC236}">
                <a16:creationId xmlns:a16="http://schemas.microsoft.com/office/drawing/2014/main" id="{4C253D59-B97B-DB93-AF17-E0273023849F}"/>
              </a:ext>
            </a:extLst>
          </p:cNvPr>
          <p:cNvSpPr>
            <a:spLocks noGrp="1"/>
          </p:cNvSpPr>
          <p:nvPr>
            <p:ph idx="1"/>
          </p:nvPr>
        </p:nvSpPr>
        <p:spPr/>
        <p:txBody>
          <a:bodyPr>
            <a:noAutofit/>
          </a:bodyPr>
          <a:lstStyle/>
          <a:p>
            <a:r>
              <a:rPr lang="en-US" sz="2800" dirty="0">
                <a:effectLst/>
              </a:rPr>
              <a:t>Install Git. </a:t>
            </a:r>
            <a:r>
              <a:rPr lang="en-AU" dirty="0">
                <a:hlinkClick r:id="rId2"/>
              </a:rPr>
              <a:t>Git - Install</a:t>
            </a:r>
            <a:endParaRPr lang="en-US" dirty="0">
              <a:effectLst/>
            </a:endParaRPr>
          </a:p>
          <a:p>
            <a:r>
              <a:rPr lang="en-US" sz="2800" dirty="0">
                <a:effectLst/>
              </a:rPr>
              <a:t>Create a GitHub account. </a:t>
            </a:r>
            <a:r>
              <a:rPr lang="en-US" dirty="0">
                <a:effectLst/>
                <a:hlinkClick r:id="rId3"/>
              </a:rPr>
              <a:t>https://github.com</a:t>
            </a:r>
            <a:r>
              <a:rPr lang="en-US" dirty="0">
                <a:effectLst/>
              </a:rPr>
              <a:t> </a:t>
            </a:r>
          </a:p>
          <a:p>
            <a:r>
              <a:rPr lang="en-US" sz="2800" dirty="0">
                <a:effectLst/>
              </a:rPr>
              <a:t>Configure Git – Open a command prompt and type:</a:t>
            </a:r>
          </a:p>
          <a:p>
            <a:pPr lvl="1"/>
            <a:r>
              <a:rPr lang="en-US" dirty="0">
                <a:effectLst/>
              </a:rPr>
              <a:t>git config --global user.name "Your GitHub Username"</a:t>
            </a:r>
          </a:p>
          <a:p>
            <a:pPr lvl="1"/>
            <a:r>
              <a:rPr lang="en-US" dirty="0">
                <a:effectLst/>
              </a:rPr>
              <a:t>git config --global </a:t>
            </a:r>
            <a:r>
              <a:rPr lang="en-US" dirty="0" err="1">
                <a:effectLst/>
              </a:rPr>
              <a:t>user.email</a:t>
            </a:r>
            <a:r>
              <a:rPr lang="en-US" dirty="0">
                <a:effectLst/>
              </a:rPr>
              <a:t> “Your GitHub your.email@example.com"</a:t>
            </a:r>
            <a:endParaRPr lang="en-US" sz="2800" dirty="0">
              <a:effectLst/>
            </a:endParaRPr>
          </a:p>
          <a:p>
            <a:r>
              <a:rPr lang="en-US" sz="2800" dirty="0">
                <a:effectLst/>
              </a:rPr>
              <a:t>Install the ‘GitHub Pull Requests’ extension in </a:t>
            </a:r>
            <a:r>
              <a:rPr lang="en-US" sz="2800" dirty="0" err="1">
                <a:effectLst/>
              </a:rPr>
              <a:t>VSCode</a:t>
            </a:r>
            <a:endParaRPr lang="en-US" sz="2800" dirty="0">
              <a:effectLst/>
            </a:endParaRPr>
          </a:p>
          <a:p>
            <a:pPr marL="36900" indent="0">
              <a:buNone/>
            </a:pPr>
            <a:r>
              <a:rPr lang="en-US" dirty="0">
                <a:effectLst/>
                <a:hlinkClick r:id="rId4"/>
              </a:rPr>
              <a:t>https://marketplace.visualstudio.com/items?itemName=GitHub.vscode-pull-request-github</a:t>
            </a:r>
            <a:r>
              <a:rPr lang="en-US" dirty="0">
                <a:effectLst/>
              </a:rPr>
              <a:t>  </a:t>
            </a:r>
            <a:endParaRPr lang="en-AU" dirty="0"/>
          </a:p>
        </p:txBody>
      </p:sp>
    </p:spTree>
    <p:extLst>
      <p:ext uri="{BB962C8B-B14F-4D97-AF65-F5344CB8AC3E}">
        <p14:creationId xmlns:p14="http://schemas.microsoft.com/office/powerpoint/2010/main" val="2568016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8CF269B7-3B9A-16F6-F3FB-C404F086C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69319-2C21-BB6A-6248-00D0DD11944A}"/>
              </a:ext>
            </a:extLst>
          </p:cNvPr>
          <p:cNvSpPr>
            <a:spLocks noGrp="1"/>
          </p:cNvSpPr>
          <p:nvPr>
            <p:ph type="title"/>
          </p:nvPr>
        </p:nvSpPr>
        <p:spPr>
          <a:xfrm>
            <a:off x="633743" y="609599"/>
            <a:ext cx="3413156" cy="5273675"/>
          </a:xfrm>
        </p:spPr>
        <p:txBody>
          <a:bodyPr>
            <a:normAutofit/>
          </a:bodyPr>
          <a:lstStyle/>
          <a:p>
            <a:r>
              <a:rPr lang="en-AU"/>
              <a:t>Using Git, Github &amp; VSCode - DEMO</a:t>
            </a:r>
            <a:br>
              <a:rPr lang="en-AU"/>
            </a:br>
            <a:endParaRPr lang="en-AU" dirty="0"/>
          </a:p>
        </p:txBody>
      </p:sp>
      <p:pic>
        <p:nvPicPr>
          <p:cNvPr id="15" name="Picture 14">
            <a:extLst>
              <a:ext uri="{FF2B5EF4-FFF2-40B4-BE49-F238E27FC236}">
                <a16:creationId xmlns:a16="http://schemas.microsoft.com/office/drawing/2014/main" id="{82AABC82-C2D1-4340-A6DF-6E73DF06F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4639056" y="2"/>
            <a:ext cx="7552944" cy="6857998"/>
          </a:xfrm>
          <a:prstGeom prst="rect">
            <a:avLst/>
          </a:prstGeom>
        </p:spPr>
      </p:pic>
      <p:graphicFrame>
        <p:nvGraphicFramePr>
          <p:cNvPr id="16" name="Content Placeholder 2">
            <a:extLst>
              <a:ext uri="{FF2B5EF4-FFF2-40B4-BE49-F238E27FC236}">
                <a16:creationId xmlns:a16="http://schemas.microsoft.com/office/drawing/2014/main" id="{488FE94B-5789-3FD8-192B-2B155AE940FB}"/>
              </a:ext>
            </a:extLst>
          </p:cNvPr>
          <p:cNvGraphicFramePr>
            <a:graphicFrameLocks noGrp="1"/>
          </p:cNvGraphicFramePr>
          <p:nvPr>
            <p:ph idx="1"/>
            <p:extLst>
              <p:ext uri="{D42A27DB-BD31-4B8C-83A1-F6EECF244321}">
                <p14:modId xmlns:p14="http://schemas.microsoft.com/office/powerpoint/2010/main" val="997229612"/>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67800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8A20-4E02-E27B-DAC8-99F06F6FC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F06A2F-D878-9FCC-4E39-59E3F84AA085}"/>
              </a:ext>
            </a:extLst>
          </p:cNvPr>
          <p:cNvSpPr>
            <a:spLocks noGrp="1"/>
          </p:cNvSpPr>
          <p:nvPr>
            <p:ph type="title"/>
          </p:nvPr>
        </p:nvSpPr>
        <p:spPr/>
        <p:txBody>
          <a:bodyPr>
            <a:normAutofit fontScale="90000"/>
          </a:bodyPr>
          <a:lstStyle/>
          <a:p>
            <a:r>
              <a:rPr lang="en-AU" dirty="0"/>
              <a:t>Reference</a:t>
            </a:r>
            <a:br>
              <a:rPr lang="en-AU" dirty="0"/>
            </a:br>
            <a:endParaRPr lang="en-AU" dirty="0"/>
          </a:p>
        </p:txBody>
      </p:sp>
      <p:sp>
        <p:nvSpPr>
          <p:cNvPr id="3" name="Content Placeholder 2">
            <a:extLst>
              <a:ext uri="{FF2B5EF4-FFF2-40B4-BE49-F238E27FC236}">
                <a16:creationId xmlns:a16="http://schemas.microsoft.com/office/drawing/2014/main" id="{A8ADB6C4-7136-13A1-0B98-5FF9A86DB856}"/>
              </a:ext>
            </a:extLst>
          </p:cNvPr>
          <p:cNvSpPr>
            <a:spLocks noGrp="1"/>
          </p:cNvSpPr>
          <p:nvPr>
            <p:ph idx="1"/>
          </p:nvPr>
        </p:nvSpPr>
        <p:spPr/>
        <p:txBody>
          <a:bodyPr>
            <a:noAutofit/>
          </a:bodyPr>
          <a:lstStyle/>
          <a:p>
            <a:endParaRPr lang="en-AU" sz="2800" dirty="0"/>
          </a:p>
        </p:txBody>
      </p:sp>
      <p:pic>
        <p:nvPicPr>
          <p:cNvPr id="1026" name="Picture 2" descr="How Git Works: Explained in 4 Minutes - YouTube">
            <a:extLst>
              <a:ext uri="{FF2B5EF4-FFF2-40B4-BE49-F238E27FC236}">
                <a16:creationId xmlns:a16="http://schemas.microsoft.com/office/drawing/2014/main" id="{338565C7-DEF2-9FC0-2DED-F78D0A4FD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083" y="-126609"/>
            <a:ext cx="12417083" cy="6984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3555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2BCF-0D7A-820C-B0C4-D7114C19D2FA}"/>
              </a:ext>
            </a:extLst>
          </p:cNvPr>
          <p:cNvSpPr>
            <a:spLocks noGrp="1"/>
          </p:cNvSpPr>
          <p:nvPr>
            <p:ph type="title"/>
          </p:nvPr>
        </p:nvSpPr>
        <p:spPr/>
        <p:txBody>
          <a:bodyPr/>
          <a:lstStyle/>
          <a:p>
            <a:r>
              <a:rPr lang="en-AU" dirty="0"/>
              <a:t>Reference - Branches</a:t>
            </a:r>
          </a:p>
        </p:txBody>
      </p:sp>
      <p:sp>
        <p:nvSpPr>
          <p:cNvPr id="3" name="Content Placeholder 2">
            <a:extLst>
              <a:ext uri="{FF2B5EF4-FFF2-40B4-BE49-F238E27FC236}">
                <a16:creationId xmlns:a16="http://schemas.microsoft.com/office/drawing/2014/main" id="{304A48C1-4A70-9E04-72C1-75B1A2EA3B3E}"/>
              </a:ext>
            </a:extLst>
          </p:cNvPr>
          <p:cNvSpPr>
            <a:spLocks noGrp="1"/>
          </p:cNvSpPr>
          <p:nvPr>
            <p:ph idx="1"/>
          </p:nvPr>
        </p:nvSpPr>
        <p:spPr/>
        <p:txBody>
          <a:bodyPr/>
          <a:lstStyle/>
          <a:p>
            <a:endParaRPr lang="en-AU"/>
          </a:p>
        </p:txBody>
      </p:sp>
      <p:pic>
        <p:nvPicPr>
          <p:cNvPr id="2050" name="Picture 2" descr="Git Branching and Merging | TrueCoders Docs">
            <a:extLst>
              <a:ext uri="{FF2B5EF4-FFF2-40B4-BE49-F238E27FC236}">
                <a16:creationId xmlns:a16="http://schemas.microsoft.com/office/drawing/2014/main" id="{5892525D-C95E-0EA5-41AE-15F8BEC3E6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082" y="1580050"/>
            <a:ext cx="8736642" cy="4956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486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104</TotalTime>
  <Words>378</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Calisto MT</vt:lpstr>
      <vt:lpstr>Wingdings 2</vt:lpstr>
      <vt:lpstr>Slate</vt:lpstr>
      <vt:lpstr>Version Control</vt:lpstr>
      <vt:lpstr>What is version control </vt:lpstr>
      <vt:lpstr>The Basics </vt:lpstr>
      <vt:lpstr>The Basics </vt:lpstr>
      <vt:lpstr>Getting Started </vt:lpstr>
      <vt:lpstr>Using Git, Github &amp; VSCode - DEMO </vt:lpstr>
      <vt:lpstr>Reference </vt:lpstr>
      <vt:lpstr>Reference - Branches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Petersen</dc:creator>
  <cp:lastModifiedBy>Matt Petersen</cp:lastModifiedBy>
  <cp:revision>2</cp:revision>
  <dcterms:created xsi:type="dcterms:W3CDTF">2026-02-22T01:42:38Z</dcterms:created>
  <dcterms:modified xsi:type="dcterms:W3CDTF">2026-02-22T03:26:38Z</dcterms:modified>
</cp:coreProperties>
</file>